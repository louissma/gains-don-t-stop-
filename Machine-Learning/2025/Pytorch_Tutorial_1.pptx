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0" Type="http://schemas.openxmlformats.org/officeDocument/2006/relationships/viewProps" Target="viewProps.xml"/><Relationship Id="rId5" Type="http://schemas.openxmlformats.org/officeDocument/2006/relationships/slide" Target="slides/slide4.xml"/><Relationship Id="rId49" Type="http://schemas.openxmlformats.org/officeDocument/2006/relationships/tableStyles" Target="tableStyles.xml"/><Relationship Id="rId48" Type="http://schemas.openxmlformats.org/officeDocument/2006/relationships/presProps" Target="presProps.xml"/><Relationship Id="rId47" Type="http://schemas.openxmlformats.org/officeDocument/2006/relationships/slide" Target="slides/slide46.xml"/><Relationship Id="rId46" Type="http://schemas.openxmlformats.org/officeDocument/2006/relationships/slide" Target="slides/slide45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png"/><Relationship Id="rId6" Type="http://schemas.openxmlformats.org/officeDocument/2006/relationships/image" Target="../media/image1.jpeg"/><Relationship Id="rId5" Type="http://schemas.openxmlformats.org/officeDocument/2006/relationships/hyperlink" Target="https://numpy.org/doc/stable/user/quickstart.html" TargetMode="External"/><Relationship Id="rId4" Type="http://schemas.openxmlformats.org/officeDocument/2006/relationships/hyperlink" Target="https://docs.python.org/3/tutorial/" TargetMode="External"/><Relationship Id="rId3" Type="http://schemas.openxmlformats.org/officeDocument/2006/relationships/hyperlink" Target="https://www.sololearn.com/" TargetMode="External"/><Relationship Id="rId2" Type="http://schemas.openxmlformats.org/officeDocument/2006/relationships/hyperlink" Target="https://www.w3schools.com/python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tensors.html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tensors.html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kentaro/pytorch-for-numpy-users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kentaro/pytorch-for-numpy-users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towardsdatascience.com/what-is-a-gpu-and-do-you-need-one-in-deep-learning-718b9597aa0d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espnet/espnet" TargetMode="External"/><Relationship Id="rId3" Type="http://schemas.openxmlformats.org/officeDocument/2006/relationships/hyperlink" Target="https://github.com/pytorch/fairseq" TargetMode="External"/><Relationship Id="rId2" Type="http://schemas.openxmlformats.org/officeDocument/2006/relationships/hyperlink" Target="https://github.com/huggingface/transformers" TargetMode="Externa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hyperlink" Target="https://numpy.org/" TargetMode="External"/><Relationship Id="rId6" Type="http://schemas.openxmlformats.org/officeDocument/2006/relationships/hyperlink" Target="https://www.tensorflow.org/" TargetMode="External"/><Relationship Id="rId5" Type="http://schemas.openxmlformats.org/officeDocument/2006/relationships/hyperlink" Target="https://blog.udacity.com/2020/05/pytorch-vs-tensorflow-what-you-need-to-know.html" TargetMode="External"/><Relationship Id="rId4" Type="http://schemas.openxmlformats.org/officeDocument/2006/relationships/hyperlink" Target="https://github.com/wkentaro/pytorch-for-numpy-users" TargetMode="External"/><Relationship Id="rId3" Type="http://schemas.openxmlformats.org/officeDocument/2006/relationships/hyperlink" Target="https://github.com/pytorch/pytorch" TargetMode="External"/><Relationship Id="rId2" Type="http://schemas.openxmlformats.org/officeDocument/2006/relationships/hyperlink" Target="https://pytorch.org/" TargetMode="Externa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562331" y="1415066"/>
            <a:ext cx="6020434" cy="182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3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58900" algn="l" rtl="0" eaLnBrk="0">
              <a:lnSpc>
                <a:spcPct val="98000"/>
              </a:lnSpc>
              <a:tabLst/>
            </a:pPr>
            <a:r>
              <a:rPr sz="3400" b="1" kern="0" spc="-13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Machine Lea</a:t>
            </a:r>
            <a:r>
              <a:rPr sz="3400" b="1" kern="0" spc="-14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rning</a:t>
            </a:r>
            <a:endParaRPr sz="3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4675" algn="l" rtl="0" eaLnBrk="0">
              <a:lnSpc>
                <a:spcPts val="5119"/>
              </a:lnSpc>
              <a:spcBef>
                <a:spcPts val="4"/>
              </a:spcBef>
              <a:tabLst>
                <a:tab pos="1085214" algn="l"/>
              </a:tabLst>
            </a:pPr>
            <a:r>
              <a:rPr sz="4200" kern="0" spc="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4200" b="1" kern="0" spc="-1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PyTorch Tutorial</a:t>
            </a:r>
            <a:r>
              <a:rPr sz="4200" b="1" kern="0" spc="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endParaRPr sz="4200" dirty="0">
              <a:latin typeface="Arial"/>
              <a:ea typeface="Arial"/>
              <a:cs typeface="Arial"/>
            </a:endParaRPr>
          </a:p>
        </p:txBody>
      </p:sp>
      <p:sp>
        <p:nvSpPr>
          <p:cNvPr id="4" name="path 4"/>
          <p:cNvSpPr/>
          <p:nvPr/>
        </p:nvSpPr>
        <p:spPr>
          <a:xfrm>
            <a:off x="6998082" y="3138781"/>
            <a:ext cx="562199" cy="76200"/>
          </a:xfrm>
          <a:custGeom>
            <a:avLst/>
            <a:gdLst/>
            <a:ahLst/>
            <a:cxnLst/>
            <a:rect l="0" t="0" r="0" b="0"/>
            <a:pathLst>
              <a:path w="885" h="120">
                <a:moveTo>
                  <a:pt x="0" y="60"/>
                </a:moveTo>
                <a:lnTo>
                  <a:pt x="885" y="60"/>
                </a:lnTo>
              </a:path>
            </a:pathLst>
          </a:custGeom>
          <a:noFill/>
          <a:ln w="76199" cap="flat">
            <a:solidFill>
              <a:srgbClr val="B3A77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path 6"/>
          <p:cNvSpPr/>
          <p:nvPr/>
        </p:nvSpPr>
        <p:spPr>
          <a:xfrm>
            <a:off x="1575031" y="3120145"/>
            <a:ext cx="562198" cy="76200"/>
          </a:xfrm>
          <a:custGeom>
            <a:avLst/>
            <a:gdLst/>
            <a:ahLst/>
            <a:cxnLst/>
            <a:rect l="0" t="0" r="0" b="0"/>
            <a:pathLst>
              <a:path w="885" h="120">
                <a:moveTo>
                  <a:pt x="0" y="60"/>
                </a:moveTo>
                <a:lnTo>
                  <a:pt x="885" y="60"/>
                </a:lnTo>
              </a:path>
            </a:pathLst>
          </a:custGeom>
          <a:noFill/>
          <a:ln w="76199" cap="flat">
            <a:solidFill>
              <a:srgbClr val="B3A77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/>
        </p:nvSpPr>
        <p:spPr>
          <a:xfrm>
            <a:off x="1004142" y="983922"/>
            <a:ext cx="7136652" cy="76200"/>
          </a:xfrm>
          <a:custGeom>
            <a:avLst/>
            <a:gdLst/>
            <a:ahLst/>
            <a:cxnLst/>
            <a:rect l="0" t="0" r="0" b="0"/>
            <a:pathLst>
              <a:path w="11238" h="120">
                <a:moveTo>
                  <a:pt x="11238" y="60"/>
                </a:moveTo>
                <a:lnTo>
                  <a:pt x="0" y="60"/>
                </a:lnTo>
              </a:path>
            </a:pathLst>
          </a:custGeom>
          <a:noFill/>
          <a:ln w="76199" cap="flat">
            <a:solidFill>
              <a:srgbClr val="4DB6A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path 10"/>
          <p:cNvSpPr/>
          <p:nvPr/>
        </p:nvSpPr>
        <p:spPr>
          <a:xfrm>
            <a:off x="1004149" y="4083391"/>
            <a:ext cx="7136652" cy="76199"/>
          </a:xfrm>
          <a:custGeom>
            <a:avLst/>
            <a:gdLst/>
            <a:ahLst/>
            <a:cxnLst/>
            <a:rect l="0" t="0" r="0" b="0"/>
            <a:pathLst>
              <a:path w="11238" h="119">
                <a:moveTo>
                  <a:pt x="0" y="59"/>
                </a:moveTo>
                <a:lnTo>
                  <a:pt x="11238" y="59"/>
                </a:lnTo>
              </a:path>
            </a:pathLst>
          </a:custGeom>
          <a:noFill/>
          <a:ln w="76199" cap="flat">
            <a:solidFill>
              <a:srgbClr val="4DB6A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path 12"/>
          <p:cNvSpPr/>
          <p:nvPr/>
        </p:nvSpPr>
        <p:spPr>
          <a:xfrm>
            <a:off x="1004142" y="1169660"/>
            <a:ext cx="7136652" cy="9525"/>
          </a:xfrm>
          <a:custGeom>
            <a:avLst/>
            <a:gdLst/>
            <a:ahLst/>
            <a:cxnLst/>
            <a:rect l="0" t="0" r="0" b="0"/>
            <a:pathLst>
              <a:path w="11238" h="15">
                <a:moveTo>
                  <a:pt x="11238" y="7"/>
                </a:moveTo>
                <a:lnTo>
                  <a:pt x="0" y="7"/>
                </a:lnTo>
              </a:path>
            </a:pathLst>
          </a:custGeom>
          <a:noFill/>
          <a:ln w="9524" cap="flat">
            <a:solidFill>
              <a:srgbClr val="4DB6A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path 14"/>
          <p:cNvSpPr/>
          <p:nvPr/>
        </p:nvSpPr>
        <p:spPr>
          <a:xfrm>
            <a:off x="1004149" y="3964329"/>
            <a:ext cx="7136652" cy="9525"/>
          </a:xfrm>
          <a:custGeom>
            <a:avLst/>
            <a:gdLst/>
            <a:ahLst/>
            <a:cxnLst/>
            <a:rect l="0" t="0" r="0" b="0"/>
            <a:pathLst>
              <a:path w="11238" h="15">
                <a:moveTo>
                  <a:pt x="0" y="7"/>
                </a:moveTo>
                <a:lnTo>
                  <a:pt x="11238" y="7"/>
                </a:lnTo>
              </a:path>
            </a:pathLst>
          </a:custGeom>
          <a:noFill/>
          <a:ln w="9524" cap="flat">
            <a:solidFill>
              <a:srgbClr val="4DB6A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/>
          <p:nvPr/>
        </p:nvSpPr>
        <p:spPr>
          <a:xfrm>
            <a:off x="396657" y="614748"/>
            <a:ext cx="4808854" cy="3899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28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Outline</a:t>
            </a:r>
            <a:endParaRPr sz="2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ts val="2184"/>
              </a:lnSpc>
              <a:spcBef>
                <a:spcPts val="541"/>
              </a:spcBef>
              <a:tabLst/>
            </a:pPr>
            <a:r>
              <a:rPr sz="1800" kern="0" spc="2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Prerequisites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6000"/>
              </a:lnSpc>
              <a:spcBef>
                <a:spcPts val="16"/>
              </a:spcBef>
              <a:tabLst/>
            </a:pP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is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PyTorc</a:t>
            </a:r>
            <a:r>
              <a:rPr sz="1800" kern="0" spc="-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h?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3000"/>
              </a:lnSpc>
              <a:spcBef>
                <a:spcPts val="6"/>
              </a:spcBef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PyTorch v.s. TensorFlow</a:t>
            </a:r>
            <a:endParaRPr sz="1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16"/>
              </a:spcBef>
              <a:tabLst/>
            </a:pP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Overview of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DNN Training Procedure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5000"/>
              </a:lnSpc>
              <a:tabLst/>
            </a:pP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3000"/>
              </a:lnSpc>
              <a:spcBef>
                <a:spcPts val="6"/>
              </a:spcBef>
              <a:tabLst/>
            </a:pP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Calculate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Gradient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5000"/>
              </a:lnSpc>
              <a:tabLst/>
            </a:pP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Dataset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&amp;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Dataloader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5000"/>
              </a:lnSpc>
              <a:tabLst/>
            </a:pPr>
            <a:r>
              <a:rPr sz="1800" kern="0" spc="2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</a:t>
            </a:r>
            <a:r>
              <a:rPr sz="1800" kern="0" spc="2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nn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6000"/>
              </a:lnSpc>
              <a:spcBef>
                <a:spcPts val="16"/>
              </a:spcBef>
              <a:tabLst/>
            </a:pPr>
            <a:r>
              <a:rPr sz="18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torch.optim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5000"/>
              </a:lnSpc>
              <a:tabLst/>
            </a:pP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Neural Network Training/Eva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luation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5000"/>
              </a:lnSpc>
              <a:tabLst/>
            </a:pP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Saving/Loading</a:t>
            </a:r>
            <a:r>
              <a:rPr sz="1800" kern="0" spc="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a Neural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ts val="2222"/>
              </a:lnSpc>
              <a:tabLst/>
            </a:pP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About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PyTorch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8" name="rect 18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403241" y="616393"/>
            <a:ext cx="6407784" cy="3608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6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Prerequisites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4139" algn="l" rtl="0" eaLnBrk="0">
              <a:lnSpc>
                <a:spcPts val="2467"/>
              </a:lnSpc>
              <a:spcBef>
                <a:spcPts val="548"/>
              </a:spcBef>
              <a:tabLst/>
            </a:pP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assume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already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familiar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800" kern="0" spc="-3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…</a:t>
            </a:r>
            <a:endParaRPr sz="1800" dirty="0">
              <a:latin typeface="Arial"/>
              <a:ea typeface="Arial"/>
              <a:cs typeface="Arial"/>
            </a:endParaRPr>
          </a:p>
          <a:p>
            <a:pPr marL="561340" algn="l" rtl="0" eaLnBrk="0">
              <a:lnSpc>
                <a:spcPts val="2507"/>
              </a:lnSpc>
              <a:spcBef>
                <a:spcPts val="70"/>
              </a:spcBef>
              <a:tabLst/>
            </a:pPr>
            <a:r>
              <a:rPr sz="1800" b="1" kern="0" spc="80" dirty="0">
                <a:solidFill>
                  <a:srgbClr val="695D4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1800" b="1" kern="0" spc="0" dirty="0">
                <a:solidFill>
                  <a:srgbClr val="695D4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800" b="1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Python</a:t>
            </a:r>
            <a:r>
              <a:rPr sz="1800" b="1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305"/>
              </a:spcBef>
              <a:tabLst/>
            </a:pP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■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if-else,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loop,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function,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file</a:t>
            </a:r>
            <a:r>
              <a:rPr sz="1800" kern="0" spc="1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IO</a:t>
            </a:r>
            <a:r>
              <a:rPr sz="18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class,</a:t>
            </a:r>
            <a:r>
              <a:rPr sz="1800" kern="0" spc="3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...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marL="1014730" algn="l" rtl="0" eaLnBrk="0">
              <a:lnSpc>
                <a:spcPct val="118000"/>
              </a:lnSpc>
              <a:spcBef>
                <a:spcPts val="93"/>
              </a:spcBef>
              <a:tabLst/>
            </a:pP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■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refs</a:t>
            </a: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8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link</a:t>
            </a:r>
            <a:r>
              <a:rPr sz="1800" u="sng" kern="0" spc="5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1</a:t>
            </a:r>
            <a:r>
              <a:rPr sz="1800" u="sng" kern="0" spc="5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9668"/>
                  </a:solidFill>
                </a:uFill>
                <a:latin typeface="Arial"/>
                <a:ea typeface="Arial"/>
                <a:cs typeface="Arial"/>
              </a:rPr>
              <a:t>, </a:t>
            </a:r>
            <a:r>
              <a:rPr sz="18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link</a:t>
            </a:r>
            <a:r>
              <a:rPr sz="1800" u="sng" kern="0" spc="5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2</a:t>
            </a:r>
            <a:r>
              <a:rPr sz="1800" u="sng" kern="0" spc="5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9668"/>
                  </a:solidFill>
                </a:uFill>
                <a:latin typeface="Arial"/>
                <a:ea typeface="Arial"/>
                <a:cs typeface="Arial"/>
              </a:rPr>
              <a:t>, </a:t>
            </a:r>
            <a:r>
              <a:rPr sz="18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link</a:t>
            </a:r>
            <a:r>
              <a:rPr sz="1800" u="sng" kern="0" spc="5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3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61340" algn="l" rtl="0" eaLnBrk="0">
              <a:lnSpc>
                <a:spcPts val="2468"/>
              </a:lnSpc>
              <a:spcBef>
                <a:spcPts val="543"/>
              </a:spcBef>
              <a:tabLst/>
            </a:pPr>
            <a:r>
              <a:rPr sz="1800" b="1" kern="0" spc="210" dirty="0">
                <a:solidFill>
                  <a:srgbClr val="695D4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1800" b="1" kern="0" spc="0" dirty="0">
                <a:solidFill>
                  <a:srgbClr val="695D4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800" b="1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NumPy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014730" algn="l" rtl="0" eaLnBrk="0">
              <a:lnSpc>
                <a:spcPts val="2331"/>
              </a:lnSpc>
              <a:tabLst/>
            </a:pPr>
            <a:r>
              <a:rPr sz="1800" kern="0" spc="2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■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array</a:t>
            </a:r>
            <a:r>
              <a:rPr sz="1800" kern="0" spc="2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&amp;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array</a:t>
            </a:r>
            <a:r>
              <a:rPr sz="1800" kern="0" spc="2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operations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014730" algn="l" rtl="0" eaLnBrk="0">
              <a:lnSpc>
                <a:spcPct val="129000"/>
              </a:lnSpc>
              <a:spcBef>
                <a:spcPts val="109"/>
              </a:spcBef>
              <a:tabLst/>
            </a:pP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■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</a:t>
            </a: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8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link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210222" y="2734900"/>
            <a:ext cx="1595874" cy="1685174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251300" y="740300"/>
            <a:ext cx="1513699" cy="1513699"/>
          </a:xfrm>
          <a:prstGeom prst="rect">
            <a:avLst/>
          </a:prstGeom>
        </p:spPr>
      </p:pic>
      <p:sp>
        <p:nvSpPr>
          <p:cNvPr id="26" name="rect 26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384313" y="497887"/>
            <a:ext cx="7814309" cy="2106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53"/>
              </a:lnSpc>
              <a:tabLst/>
            </a:pPr>
            <a:r>
              <a:rPr sz="2500" b="1" kern="0" spc="-7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is</a:t>
            </a:r>
            <a:r>
              <a:rPr sz="2500" b="1" kern="0" spc="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b="1" kern="0" spc="-7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PyTor</a:t>
            </a:r>
            <a:r>
              <a:rPr sz="25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ch?</a:t>
            </a:r>
            <a:endParaRPr sz="2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3189" algn="l" rtl="0" eaLnBrk="0">
              <a:lnSpc>
                <a:spcPts val="2505"/>
              </a:lnSpc>
              <a:spcBef>
                <a:spcPts val="550"/>
              </a:spcBef>
              <a:tabLst/>
            </a:pP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An open source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machine</a:t>
            </a:r>
            <a:r>
              <a:rPr sz="1800" b="1" kern="0" spc="1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learning frame</a:t>
            </a:r>
            <a:r>
              <a:rPr sz="1800" b="1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23189" algn="l" rtl="0" eaLnBrk="0">
              <a:lnSpc>
                <a:spcPts val="2457"/>
              </a:lnSpc>
              <a:spcBef>
                <a:spcPts val="16"/>
              </a:spcBef>
              <a:tabLst/>
            </a:pP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A Python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ackage that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provides two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high-level features:</a:t>
            </a:r>
            <a:endParaRPr sz="1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484"/>
              </a:lnSpc>
              <a:tabLst/>
            </a:pP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   </a:t>
            </a:r>
            <a:r>
              <a:rPr sz="1800" b="1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 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computation (like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NumPy) with strong </a:t>
            </a:r>
            <a:r>
              <a:rPr sz="1800" b="1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GPU a</a:t>
            </a:r>
            <a:r>
              <a:rPr sz="1800" b="1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cceleration</a:t>
            </a:r>
            <a:endParaRPr sz="1800" dirty="0">
              <a:latin typeface="Arial"/>
              <a:ea typeface="Arial"/>
              <a:cs typeface="Arial"/>
            </a:endParaRPr>
          </a:p>
          <a:p>
            <a:pPr marL="580390" algn="l" rtl="0" eaLnBrk="0">
              <a:lnSpc>
                <a:spcPts val="2494"/>
              </a:lnSpc>
              <a:tabLst/>
            </a:pP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Deep neural networks built on a </a:t>
            </a:r>
            <a:r>
              <a:rPr sz="1800" b="1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tape-based autograd</a:t>
            </a:r>
            <a:r>
              <a:rPr sz="1800" b="1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20181" y="3506415"/>
            <a:ext cx="4791736" cy="1181119"/>
          </a:xfrm>
          <a:prstGeom prst="rect">
            <a:avLst/>
          </a:prstGeom>
        </p:spPr>
      </p:pic>
      <p:sp>
        <p:nvSpPr>
          <p:cNvPr id="32" name="rect 32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able 34"/>
          <p:cNvGraphicFramePr>
            <a:graphicFrameLocks noGrp="1"/>
          </p:cNvGraphicFramePr>
          <p:nvPr/>
        </p:nvGraphicFramePr>
        <p:xfrm>
          <a:off x="286199" y="1442787"/>
          <a:ext cx="8571229" cy="2751454"/>
        </p:xfrm>
        <a:graphic>
          <a:graphicData uri="http://schemas.openxmlformats.org/drawingml/2006/table">
            <a:tbl>
              <a:tblPr/>
              <a:tblGrid>
                <a:gridCol w="1427480"/>
                <a:gridCol w="3569334"/>
                <a:gridCol w="3574415"/>
              </a:tblGrid>
              <a:tr h="918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6680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PyTorch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3480" algn="l" rtl="0" eaLnBrk="0">
                        <a:lnSpc>
                          <a:spcPct val="8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TensorFlow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Developer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3955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Facebook AI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871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Google</a:t>
                      </a:r>
                      <a:r>
                        <a:rPr sz="18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Bra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algn="l" rtl="0" eaLnBrk="0">
                        <a:lnSpc>
                          <a:spcPts val="237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Interface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5214" algn="l" rtl="0" eaLnBrk="0">
                        <a:lnSpc>
                          <a:spcPts val="237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Python &amp;</a:t>
                      </a:r>
                      <a:r>
                        <a:rPr sz="1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++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1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749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Python, C++,</a:t>
                      </a:r>
                      <a:r>
                        <a:rPr sz="18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JavaScript, Swift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Debug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85264" algn="l" rtl="0" eaLnBrk="0">
                        <a:lnSpc>
                          <a:spcPct val="8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Easier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5955" algn="l" rtl="0" eaLnBrk="0">
                        <a:lnSpc>
                          <a:spcPts val="237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</a:t>
                      </a:r>
                      <a:r>
                        <a:rPr sz="1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ﬃ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cult</a:t>
                      </a:r>
                      <a:r>
                        <a:rPr sz="1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(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easier</a:t>
                      </a:r>
                      <a:r>
                        <a:rPr sz="1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18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2.0)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6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0169" algn="l" rtl="0" eaLnBrk="0">
                        <a:lnSpc>
                          <a:spcPct val="8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Application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8894" algn="l" rtl="0" eaLnBrk="0">
                        <a:lnSpc>
                          <a:spcPct val="8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Research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835" algn="l" rtl="0" eaLnBrk="0">
                        <a:lnSpc>
                          <a:spcPct val="8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Production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820357" y="1622437"/>
            <a:ext cx="527999" cy="570774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76967" y="1634835"/>
            <a:ext cx="453448" cy="533550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403241" y="616393"/>
            <a:ext cx="3397250" cy="406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997"/>
              </a:lnSpc>
              <a:tabLst/>
            </a:pPr>
            <a:r>
              <a:rPr sz="24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PyTorch</a:t>
            </a:r>
            <a:r>
              <a:rPr sz="2400" b="1" kern="0" spc="-7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v.s.</a:t>
            </a:r>
            <a:r>
              <a:rPr sz="2400" b="1" kern="0" spc="-27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7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</a:t>
            </a:r>
            <a:r>
              <a:rPr sz="24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sorFlo</a:t>
            </a:r>
            <a:r>
              <a:rPr sz="2400" b="1" kern="0" spc="-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42" name="rect 42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1057175" y="2051774"/>
            <a:ext cx="1623449" cy="816149"/>
            <a:chOff x="0" y="0"/>
            <a:chExt cx="1623449" cy="816149"/>
          </a:xfrm>
        </p:grpSpPr>
        <p:sp>
          <p:nvSpPr>
            <p:cNvPr id="44" name="path 44"/>
            <p:cNvSpPr/>
            <p:nvPr/>
          </p:nvSpPr>
          <p:spPr>
            <a:xfrm>
              <a:off x="9525" y="952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" name="path 46"/>
            <p:cNvSpPr/>
            <p:nvPr/>
          </p:nvSpPr>
          <p:spPr>
            <a:xfrm>
              <a:off x="0" y="0"/>
              <a:ext cx="1623449" cy="816149"/>
            </a:xfrm>
            <a:custGeom>
              <a:avLst/>
              <a:gdLst/>
              <a:ahLst/>
              <a:cxnLst/>
              <a:rect l="0" t="0" r="0" b="0"/>
              <a:pathLst>
                <a:path w="2556" h="1285">
                  <a:moveTo>
                    <a:pt x="15" y="224"/>
                  </a:moveTo>
                  <a:lnTo>
                    <a:pt x="15" y="224"/>
                  </a:lnTo>
                  <a:cubicBezTo>
                    <a:pt x="15" y="108"/>
                    <a:pt x="108" y="15"/>
                    <a:pt x="224" y="15"/>
                  </a:cubicBezTo>
                  <a:lnTo>
                    <a:pt x="2332" y="15"/>
                  </a:lnTo>
                  <a:cubicBezTo>
                    <a:pt x="2387" y="15"/>
                    <a:pt x="2441" y="37"/>
                    <a:pt x="2480" y="76"/>
                  </a:cubicBezTo>
                  <a:cubicBezTo>
                    <a:pt x="2519" y="115"/>
                    <a:pt x="2541" y="168"/>
                    <a:pt x="2541" y="224"/>
                  </a:cubicBezTo>
                  <a:lnTo>
                    <a:pt x="2541" y="1061"/>
                  </a:lnTo>
                  <a:cubicBezTo>
                    <a:pt x="2541" y="1176"/>
                    <a:pt x="2447" y="1270"/>
                    <a:pt x="2332" y="1270"/>
                  </a:cubicBezTo>
                  <a:lnTo>
                    <a:pt x="224" y="1270"/>
                  </a:lnTo>
                  <a:cubicBezTo>
                    <a:pt x="108" y="1270"/>
                    <a:pt x="15" y="1176"/>
                    <a:pt x="15" y="1061"/>
                  </a:cubicBezTo>
                  <a:lnTo>
                    <a:pt x="15" y="22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1057175" y="2490474"/>
            <a:ext cx="1623449" cy="2185950"/>
            <a:chOff x="0" y="0"/>
            <a:chExt cx="1623449" cy="2185950"/>
          </a:xfrm>
        </p:grpSpPr>
        <p:sp>
          <p:nvSpPr>
            <p:cNvPr id="48" name="path 48"/>
            <p:cNvSpPr/>
            <p:nvPr/>
          </p:nvSpPr>
          <p:spPr>
            <a:xfrm>
              <a:off x="9525" y="137932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0" name="path 50"/>
            <p:cNvSpPr/>
            <p:nvPr/>
          </p:nvSpPr>
          <p:spPr>
            <a:xfrm>
              <a:off x="0" y="0"/>
              <a:ext cx="1623449" cy="2185950"/>
            </a:xfrm>
            <a:custGeom>
              <a:avLst/>
              <a:gdLst/>
              <a:ahLst/>
              <a:cxnLst/>
              <a:rect l="0" t="0" r="0" b="0"/>
              <a:pathLst>
                <a:path w="2556" h="3442">
                  <a:moveTo>
                    <a:pt x="15" y="2381"/>
                  </a:moveTo>
                  <a:lnTo>
                    <a:pt x="15" y="2381"/>
                  </a:lnTo>
                  <a:cubicBezTo>
                    <a:pt x="15" y="2265"/>
                    <a:pt x="108" y="2172"/>
                    <a:pt x="224" y="2172"/>
                  </a:cubicBezTo>
                  <a:lnTo>
                    <a:pt x="2332" y="2172"/>
                  </a:lnTo>
                  <a:cubicBezTo>
                    <a:pt x="2387" y="2172"/>
                    <a:pt x="2441" y="2194"/>
                    <a:pt x="2480" y="2233"/>
                  </a:cubicBezTo>
                  <a:cubicBezTo>
                    <a:pt x="2519" y="2272"/>
                    <a:pt x="2541" y="2325"/>
                    <a:pt x="2541" y="2381"/>
                  </a:cubicBezTo>
                  <a:lnTo>
                    <a:pt x="2541" y="3218"/>
                  </a:lnTo>
                  <a:cubicBezTo>
                    <a:pt x="2541" y="3333"/>
                    <a:pt x="2447" y="3427"/>
                    <a:pt x="2332" y="3427"/>
                  </a:cubicBezTo>
                  <a:lnTo>
                    <a:pt x="224" y="3427"/>
                  </a:lnTo>
                  <a:cubicBezTo>
                    <a:pt x="108" y="3427"/>
                    <a:pt x="15" y="3333"/>
                    <a:pt x="15" y="3218"/>
                  </a:cubicBezTo>
                  <a:lnTo>
                    <a:pt x="15" y="2381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2490474" y="2490474"/>
            <a:ext cx="2387525" cy="1281700"/>
            <a:chOff x="0" y="0"/>
            <a:chExt cx="2387525" cy="1281700"/>
          </a:xfrm>
        </p:grpSpPr>
        <p:sp>
          <p:nvSpPr>
            <p:cNvPr id="52" name="path 52"/>
            <p:cNvSpPr/>
            <p:nvPr/>
          </p:nvSpPr>
          <p:spPr>
            <a:xfrm>
              <a:off x="773599" y="47507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CE5C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4" name="path 54"/>
            <p:cNvSpPr/>
            <p:nvPr/>
          </p:nvSpPr>
          <p:spPr>
            <a:xfrm>
              <a:off x="0" y="0"/>
              <a:ext cx="2387525" cy="1281700"/>
            </a:xfrm>
            <a:custGeom>
              <a:avLst/>
              <a:gdLst/>
              <a:ahLst/>
              <a:cxnLst/>
              <a:rect l="0" t="0" r="0" b="0"/>
              <a:pathLst>
                <a:path w="3759" h="2018">
                  <a:moveTo>
                    <a:pt x="1218" y="957"/>
                  </a:moveTo>
                  <a:lnTo>
                    <a:pt x="1218" y="957"/>
                  </a:lnTo>
                  <a:cubicBezTo>
                    <a:pt x="1218" y="841"/>
                    <a:pt x="1311" y="748"/>
                    <a:pt x="1427" y="748"/>
                  </a:cubicBezTo>
                  <a:lnTo>
                    <a:pt x="3535" y="748"/>
                  </a:lnTo>
                  <a:cubicBezTo>
                    <a:pt x="3591" y="748"/>
                    <a:pt x="3644" y="770"/>
                    <a:pt x="3683" y="809"/>
                  </a:cubicBezTo>
                  <a:cubicBezTo>
                    <a:pt x="3722" y="848"/>
                    <a:pt x="3744" y="901"/>
                    <a:pt x="3744" y="957"/>
                  </a:cubicBezTo>
                  <a:lnTo>
                    <a:pt x="3744" y="1794"/>
                  </a:lnTo>
                  <a:cubicBezTo>
                    <a:pt x="3744" y="1909"/>
                    <a:pt x="3651" y="2003"/>
                    <a:pt x="3535" y="2003"/>
                  </a:cubicBezTo>
                  <a:lnTo>
                    <a:pt x="1427" y="2003"/>
                  </a:lnTo>
                  <a:cubicBezTo>
                    <a:pt x="1311" y="2003"/>
                    <a:pt x="1218" y="1909"/>
                    <a:pt x="1218" y="1794"/>
                  </a:cubicBezTo>
                  <a:lnTo>
                    <a:pt x="1218" y="957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4025858" y="2061299"/>
            <a:ext cx="80831" cy="879608"/>
            <a:chOff x="0" y="0"/>
            <a:chExt cx="80831" cy="879608"/>
          </a:xfrm>
        </p:grpSpPr>
        <p:sp>
          <p:nvSpPr>
            <p:cNvPr id="56" name="path 56"/>
            <p:cNvSpPr/>
            <p:nvPr/>
          </p:nvSpPr>
          <p:spPr>
            <a:xfrm>
              <a:off x="30891" y="0"/>
              <a:ext cx="19050" cy="789900"/>
            </a:xfrm>
            <a:custGeom>
              <a:avLst/>
              <a:gdLst/>
              <a:ahLst/>
              <a:cxnLst/>
              <a:rect l="0" t="0" r="0" b="0"/>
              <a:pathLst>
                <a:path w="30" h="1243">
                  <a:moveTo>
                    <a:pt x="15" y="0"/>
                  </a:moveTo>
                  <a:lnTo>
                    <a:pt x="15" y="124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" name="path 58"/>
            <p:cNvSpPr/>
            <p:nvPr/>
          </p:nvSpPr>
          <p:spPr>
            <a:xfrm>
              <a:off x="0" y="780375"/>
              <a:ext cx="80831" cy="99233"/>
            </a:xfrm>
            <a:custGeom>
              <a:avLst/>
              <a:gdLst/>
              <a:ahLst/>
              <a:cxnLst/>
              <a:rect l="0" t="0" r="0" b="0"/>
              <a:pathLst>
                <a:path w="127" h="156">
                  <a:moveTo>
                    <a:pt x="14" y="15"/>
                  </a:moveTo>
                  <a:lnTo>
                    <a:pt x="63" y="151"/>
                  </a:lnTo>
                  <a:lnTo>
                    <a:pt x="113" y="15"/>
                  </a:lnTo>
                  <a:lnTo>
                    <a:pt x="14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2490474" y="2490474"/>
            <a:ext cx="3991925" cy="2185950"/>
            <a:chOff x="0" y="0"/>
            <a:chExt cx="3991925" cy="2185950"/>
          </a:xfrm>
        </p:grpSpPr>
        <p:sp>
          <p:nvSpPr>
            <p:cNvPr id="60" name="path 60"/>
            <p:cNvSpPr/>
            <p:nvPr/>
          </p:nvSpPr>
          <p:spPr>
            <a:xfrm>
              <a:off x="0" y="0"/>
              <a:ext cx="1616790" cy="456700"/>
            </a:xfrm>
            <a:custGeom>
              <a:avLst/>
              <a:gdLst/>
              <a:ahLst/>
              <a:cxnLst/>
              <a:rect l="0" t="0" r="0" b="0"/>
              <a:pathLst>
                <a:path w="2546" h="719">
                  <a:moveTo>
                    <a:pt x="2432" y="568"/>
                  </a:moveTo>
                  <a:moveTo>
                    <a:pt x="2432" y="568"/>
                  </a:moveTo>
                  <a:lnTo>
                    <a:pt x="2481" y="704"/>
                  </a:lnTo>
                  <a:lnTo>
                    <a:pt x="2531" y="568"/>
                  </a:lnTo>
                  <a:lnTo>
                    <a:pt x="2432" y="56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" name="path 62"/>
            <p:cNvSpPr/>
            <p:nvPr/>
          </p:nvSpPr>
          <p:spPr>
            <a:xfrm>
              <a:off x="2378000" y="137932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FF2C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" name="path 64"/>
            <p:cNvSpPr/>
            <p:nvPr/>
          </p:nvSpPr>
          <p:spPr>
            <a:xfrm>
              <a:off x="0" y="0"/>
              <a:ext cx="3991925" cy="2185950"/>
            </a:xfrm>
            <a:custGeom>
              <a:avLst/>
              <a:gdLst/>
              <a:ahLst/>
              <a:cxnLst/>
              <a:rect l="0" t="0" r="0" b="0"/>
              <a:pathLst>
                <a:path w="6286" h="3442">
                  <a:moveTo>
                    <a:pt x="3744" y="2381"/>
                  </a:moveTo>
                  <a:lnTo>
                    <a:pt x="3744" y="2381"/>
                  </a:lnTo>
                  <a:cubicBezTo>
                    <a:pt x="3744" y="2265"/>
                    <a:pt x="3838" y="2172"/>
                    <a:pt x="3954" y="2172"/>
                  </a:cubicBezTo>
                  <a:lnTo>
                    <a:pt x="6062" y="2172"/>
                  </a:lnTo>
                  <a:cubicBezTo>
                    <a:pt x="6117" y="2172"/>
                    <a:pt x="6170" y="2194"/>
                    <a:pt x="6210" y="2233"/>
                  </a:cubicBezTo>
                  <a:cubicBezTo>
                    <a:pt x="6249" y="2272"/>
                    <a:pt x="6271" y="2325"/>
                    <a:pt x="6271" y="2381"/>
                  </a:cubicBezTo>
                  <a:lnTo>
                    <a:pt x="6271" y="3218"/>
                  </a:lnTo>
                  <a:cubicBezTo>
                    <a:pt x="6271" y="3333"/>
                    <a:pt x="6177" y="3427"/>
                    <a:pt x="6062" y="3427"/>
                  </a:cubicBezTo>
                  <a:lnTo>
                    <a:pt x="3954" y="3427"/>
                  </a:lnTo>
                  <a:cubicBezTo>
                    <a:pt x="3838" y="3427"/>
                    <a:pt x="3744" y="3333"/>
                    <a:pt x="3744" y="3218"/>
                  </a:cubicBezTo>
                  <a:lnTo>
                    <a:pt x="3744" y="2381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1057175" y="2490474"/>
            <a:ext cx="1623449" cy="1281700"/>
            <a:chOff x="0" y="0"/>
            <a:chExt cx="1623449" cy="1281700"/>
          </a:xfrm>
        </p:grpSpPr>
        <p:sp>
          <p:nvSpPr>
            <p:cNvPr id="66" name="path 66"/>
            <p:cNvSpPr/>
            <p:nvPr/>
          </p:nvSpPr>
          <p:spPr>
            <a:xfrm>
              <a:off x="9525" y="47507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8" name="path 68"/>
            <p:cNvSpPr/>
            <p:nvPr/>
          </p:nvSpPr>
          <p:spPr>
            <a:xfrm>
              <a:off x="0" y="0"/>
              <a:ext cx="1623449" cy="1281700"/>
            </a:xfrm>
            <a:custGeom>
              <a:avLst/>
              <a:gdLst/>
              <a:ahLst/>
              <a:cxnLst/>
              <a:rect l="0" t="0" r="0" b="0"/>
              <a:pathLst>
                <a:path w="2556" h="2018">
                  <a:moveTo>
                    <a:pt x="15" y="957"/>
                  </a:moveTo>
                  <a:lnTo>
                    <a:pt x="15" y="957"/>
                  </a:lnTo>
                  <a:cubicBezTo>
                    <a:pt x="15" y="841"/>
                    <a:pt x="108" y="748"/>
                    <a:pt x="224" y="748"/>
                  </a:cubicBezTo>
                  <a:lnTo>
                    <a:pt x="2332" y="748"/>
                  </a:lnTo>
                  <a:cubicBezTo>
                    <a:pt x="2387" y="748"/>
                    <a:pt x="2441" y="770"/>
                    <a:pt x="2480" y="809"/>
                  </a:cubicBezTo>
                  <a:cubicBezTo>
                    <a:pt x="2519" y="848"/>
                    <a:pt x="2541" y="901"/>
                    <a:pt x="2541" y="957"/>
                  </a:cubicBezTo>
                  <a:lnTo>
                    <a:pt x="2541" y="1794"/>
                  </a:lnTo>
                  <a:cubicBezTo>
                    <a:pt x="2541" y="1909"/>
                    <a:pt x="2447" y="2003"/>
                    <a:pt x="2332" y="2003"/>
                  </a:cubicBezTo>
                  <a:lnTo>
                    <a:pt x="224" y="2003"/>
                  </a:lnTo>
                  <a:cubicBezTo>
                    <a:pt x="108" y="2003"/>
                    <a:pt x="15" y="1909"/>
                    <a:pt x="15" y="1794"/>
                  </a:cubicBezTo>
                  <a:lnTo>
                    <a:pt x="15" y="957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4051354" y="2946832"/>
            <a:ext cx="4035445" cy="1331042"/>
            <a:chOff x="0" y="0"/>
            <a:chExt cx="4035445" cy="1331042"/>
          </a:xfrm>
        </p:grpSpPr>
        <p:grpSp>
          <p:nvGrpSpPr>
            <p:cNvPr id="16" name="group 16"/>
            <p:cNvGrpSpPr/>
            <p:nvPr/>
          </p:nvGrpSpPr>
          <p:grpSpPr>
            <a:xfrm rot="21600000">
              <a:off x="-1560879" y="-456357"/>
              <a:ext cx="5596325" cy="1787400"/>
              <a:chOff x="0" y="0"/>
              <a:chExt cx="5596325" cy="1787400"/>
            </a:xfrm>
          </p:grpSpPr>
          <p:sp>
            <p:nvSpPr>
              <p:cNvPr id="70" name="path 70"/>
              <p:cNvSpPr/>
              <p:nvPr/>
            </p:nvSpPr>
            <p:spPr>
              <a:xfrm>
                <a:off x="0" y="0"/>
                <a:ext cx="3164644" cy="1277435"/>
              </a:xfrm>
              <a:custGeom>
                <a:avLst/>
                <a:gdLst/>
                <a:ahLst/>
                <a:cxnLst/>
                <a:rect l="0" t="0" r="0" b="0"/>
                <a:pathLst>
                  <a:path w="4983" h="2011">
                    <a:moveTo>
                      <a:pt x="3744" y="1375"/>
                    </a:moveTo>
                    <a:cubicBezTo>
                      <a:pt x="4060" y="1375"/>
                      <a:pt x="4376" y="1475"/>
                      <a:pt x="4613" y="1624"/>
                    </a:cubicBezTo>
                    <a:cubicBezTo>
                      <a:pt x="4731" y="1699"/>
                      <a:pt x="4830" y="1786"/>
                      <a:pt x="4899" y="1879"/>
                    </a:cubicBezTo>
                    <a:cubicBezTo>
                      <a:pt x="4916" y="1903"/>
                      <a:pt x="4932" y="1926"/>
                      <a:pt x="4945" y="1950"/>
                    </a:cubicBezTo>
                    <a:cubicBezTo>
                      <a:pt x="4952" y="1962"/>
                      <a:pt x="4958" y="1975"/>
                      <a:pt x="4964" y="1987"/>
                    </a:cubicBezTo>
                    <a:cubicBezTo>
                      <a:pt x="4965" y="1990"/>
                      <a:pt x="4967" y="1993"/>
                      <a:pt x="4968" y="1996"/>
                    </a:cubicBezTo>
                    <a:lnTo>
                      <a:pt x="4968" y="1996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path 72"/>
              <p:cNvSpPr/>
              <p:nvPr/>
            </p:nvSpPr>
            <p:spPr>
              <a:xfrm>
                <a:off x="0" y="0"/>
                <a:ext cx="3195343" cy="1361778"/>
              </a:xfrm>
              <a:custGeom>
                <a:avLst/>
                <a:gdLst/>
                <a:ahLst/>
                <a:cxnLst/>
                <a:rect l="0" t="0" r="0" b="0"/>
                <a:pathLst>
                  <a:path w="5032" h="2144">
                    <a:moveTo>
                      <a:pt x="4920" y="2007"/>
                    </a:moveTo>
                    <a:lnTo>
                      <a:pt x="4998" y="2129"/>
                    </a:lnTo>
                    <a:lnTo>
                      <a:pt x="5017" y="1985"/>
                    </a:lnTo>
                    <a:lnTo>
                      <a:pt x="4920" y="2007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19050" cap="flat">
                <a:solidFill>
                  <a:srgbClr val="00000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path 74"/>
              <p:cNvSpPr/>
              <p:nvPr/>
            </p:nvSpPr>
            <p:spPr>
              <a:xfrm>
                <a:off x="0" y="0"/>
                <a:ext cx="2387525" cy="1787400"/>
              </a:xfrm>
              <a:custGeom>
                <a:avLst/>
                <a:gdLst/>
                <a:ahLst/>
                <a:cxnLst/>
                <a:rect l="0" t="0" r="0" b="0"/>
                <a:pathLst>
                  <a:path w="3759" h="2814">
                    <a:moveTo>
                      <a:pt x="3744" y="2799"/>
                    </a:moveTo>
                    <a:cubicBezTo>
                      <a:pt x="3429" y="2799"/>
                      <a:pt x="3113" y="2700"/>
                      <a:pt x="2876" y="2550"/>
                    </a:cubicBezTo>
                    <a:cubicBezTo>
                      <a:pt x="2757" y="2476"/>
                      <a:pt x="2659" y="2389"/>
                      <a:pt x="2590" y="2295"/>
                    </a:cubicBezTo>
                    <a:cubicBezTo>
                      <a:pt x="2572" y="2272"/>
                      <a:pt x="2557" y="2248"/>
                      <a:pt x="2544" y="2224"/>
                    </a:cubicBezTo>
                    <a:cubicBezTo>
                      <a:pt x="2537" y="2212"/>
                      <a:pt x="2531" y="2200"/>
                      <a:pt x="2525" y="2188"/>
                    </a:cubicBezTo>
                    <a:cubicBezTo>
                      <a:pt x="2524" y="2185"/>
                      <a:pt x="2522" y="2182"/>
                      <a:pt x="2521" y="2179"/>
                    </a:cubicBezTo>
                    <a:lnTo>
                      <a:pt x="2521" y="2178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path 76"/>
              <p:cNvSpPr/>
              <p:nvPr/>
            </p:nvSpPr>
            <p:spPr>
              <a:xfrm>
                <a:off x="0" y="0"/>
                <a:ext cx="1641103" cy="1400018"/>
              </a:xfrm>
              <a:custGeom>
                <a:avLst/>
                <a:gdLst/>
                <a:ahLst/>
                <a:cxnLst/>
                <a:rect l="0" t="0" r="0" b="0"/>
                <a:pathLst>
                  <a:path w="2584" h="2204">
                    <a:moveTo>
                      <a:pt x="2569" y="2168"/>
                    </a:moveTo>
                    <a:lnTo>
                      <a:pt x="2491" y="2046"/>
                    </a:lnTo>
                    <a:lnTo>
                      <a:pt x="2472" y="2189"/>
                    </a:lnTo>
                    <a:lnTo>
                      <a:pt x="2569" y="2168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19050" cap="flat">
                <a:solidFill>
                  <a:srgbClr val="00000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path 78"/>
              <p:cNvSpPr/>
              <p:nvPr/>
            </p:nvSpPr>
            <p:spPr>
              <a:xfrm>
                <a:off x="3982400" y="475075"/>
                <a:ext cx="1604400" cy="797099"/>
              </a:xfrm>
              <a:custGeom>
                <a:avLst/>
                <a:gdLst/>
                <a:ahLst/>
                <a:cxnLst/>
                <a:rect l="0" t="0" r="0" b="0"/>
                <a:pathLst>
                  <a:path w="2526" h="1255">
                    <a:moveTo>
                      <a:pt x="0" y="209"/>
                    </a:moveTo>
                    <a:lnTo>
                      <a:pt x="0" y="209"/>
                    </a:lnTo>
                    <a:cubicBezTo>
                      <a:pt x="0" y="93"/>
                      <a:pt x="93" y="0"/>
                      <a:pt x="209" y="0"/>
                    </a:cubicBezTo>
                    <a:lnTo>
                      <a:pt x="2317" y="0"/>
                    </a:lnTo>
                    <a:cubicBezTo>
                      <a:pt x="2372" y="0"/>
                      <a:pt x="2426" y="22"/>
                      <a:pt x="2465" y="61"/>
                    </a:cubicBezTo>
                    <a:cubicBezTo>
                      <a:pt x="2504" y="100"/>
                      <a:pt x="2526" y="153"/>
                      <a:pt x="2526" y="209"/>
                    </a:cubicBezTo>
                    <a:lnTo>
                      <a:pt x="2526" y="1046"/>
                    </a:lnTo>
                    <a:cubicBezTo>
                      <a:pt x="2526" y="1161"/>
                      <a:pt x="2432" y="1255"/>
                      <a:pt x="2317" y="1255"/>
                    </a:cubicBezTo>
                    <a:lnTo>
                      <a:pt x="209" y="1255"/>
                    </a:lnTo>
                    <a:cubicBezTo>
                      <a:pt x="93" y="1255"/>
                      <a:pt x="0" y="1161"/>
                      <a:pt x="0" y="1046"/>
                    </a:cubicBezTo>
                    <a:lnTo>
                      <a:pt x="0" y="209"/>
                    </a:lnTo>
                    <a:close/>
                  </a:path>
                </a:pathLst>
              </a:custGeom>
              <a:solidFill>
                <a:srgbClr val="D9EAD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path 80"/>
              <p:cNvSpPr/>
              <p:nvPr/>
            </p:nvSpPr>
            <p:spPr>
              <a:xfrm>
                <a:off x="0" y="0"/>
                <a:ext cx="5596325" cy="1281700"/>
              </a:xfrm>
              <a:custGeom>
                <a:avLst/>
                <a:gdLst/>
                <a:ahLst/>
                <a:cxnLst/>
                <a:rect l="0" t="0" r="0" b="0"/>
                <a:pathLst>
                  <a:path w="8813" h="2018">
                    <a:moveTo>
                      <a:pt x="6271" y="957"/>
                    </a:moveTo>
                    <a:lnTo>
                      <a:pt x="6271" y="957"/>
                    </a:lnTo>
                    <a:cubicBezTo>
                      <a:pt x="6271" y="841"/>
                      <a:pt x="6365" y="748"/>
                      <a:pt x="6480" y="748"/>
                    </a:cubicBezTo>
                    <a:lnTo>
                      <a:pt x="8588" y="748"/>
                    </a:lnTo>
                    <a:cubicBezTo>
                      <a:pt x="8644" y="748"/>
                      <a:pt x="8697" y="770"/>
                      <a:pt x="8736" y="809"/>
                    </a:cubicBezTo>
                    <a:cubicBezTo>
                      <a:pt x="8776" y="848"/>
                      <a:pt x="8798" y="901"/>
                      <a:pt x="8798" y="957"/>
                    </a:cubicBezTo>
                    <a:lnTo>
                      <a:pt x="8798" y="1794"/>
                    </a:lnTo>
                    <a:cubicBezTo>
                      <a:pt x="8798" y="1909"/>
                      <a:pt x="8704" y="2003"/>
                      <a:pt x="8588" y="2003"/>
                    </a:cubicBezTo>
                    <a:lnTo>
                      <a:pt x="6480" y="2003"/>
                    </a:lnTo>
                    <a:cubicBezTo>
                      <a:pt x="6365" y="2003"/>
                      <a:pt x="6271" y="1909"/>
                      <a:pt x="6271" y="1794"/>
                    </a:cubicBezTo>
                    <a:lnTo>
                      <a:pt x="6271" y="957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2" name="textbox 82"/>
            <p:cNvSpPr/>
            <p:nvPr/>
          </p:nvSpPr>
          <p:spPr>
            <a:xfrm>
              <a:off x="-12700" y="-12700"/>
              <a:ext cx="4061459" cy="1362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18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19095" algn="l" rtl="0" eaLnBrk="0">
                <a:lnSpc>
                  <a:spcPct val="80000"/>
                </a:lnSpc>
                <a:tabLst/>
              </a:pPr>
              <a:r>
                <a:rPr sz="16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Testing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2490474" y="2454625"/>
            <a:ext cx="767975" cy="1818948"/>
            <a:chOff x="0" y="0"/>
            <a:chExt cx="767975" cy="1818948"/>
          </a:xfrm>
        </p:grpSpPr>
        <p:sp>
          <p:nvSpPr>
            <p:cNvPr id="84" name="path 84"/>
            <p:cNvSpPr/>
            <p:nvPr/>
          </p:nvSpPr>
          <p:spPr>
            <a:xfrm>
              <a:off x="172660" y="0"/>
              <a:ext cx="546338" cy="819074"/>
            </a:xfrm>
            <a:custGeom>
              <a:avLst/>
              <a:gdLst/>
              <a:ahLst/>
              <a:cxnLst/>
              <a:rect l="0" t="0" r="0" b="0"/>
              <a:pathLst>
                <a:path w="860" h="1289">
                  <a:moveTo>
                    <a:pt x="12" y="8"/>
                  </a:moveTo>
                  <a:lnTo>
                    <a:pt x="847" y="1281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" name="path 86"/>
            <p:cNvSpPr/>
            <p:nvPr/>
          </p:nvSpPr>
          <p:spPr>
            <a:xfrm>
              <a:off x="0" y="35849"/>
              <a:ext cx="767975" cy="859813"/>
            </a:xfrm>
            <a:custGeom>
              <a:avLst/>
              <a:gdLst/>
              <a:ahLst/>
              <a:cxnLst/>
              <a:rect l="0" t="0" r="0" b="0"/>
              <a:pathLst>
                <a:path w="1209" h="1354">
                  <a:moveTo>
                    <a:pt x="1078" y="1252"/>
                  </a:moveTo>
                  <a:lnTo>
                    <a:pt x="1194" y="1339"/>
                  </a:lnTo>
                  <a:lnTo>
                    <a:pt x="1161" y="1198"/>
                  </a:lnTo>
                  <a:lnTo>
                    <a:pt x="1078" y="125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" name="path 88"/>
            <p:cNvSpPr/>
            <p:nvPr/>
          </p:nvSpPr>
          <p:spPr>
            <a:xfrm>
              <a:off x="180625" y="899949"/>
              <a:ext cx="478800" cy="19050"/>
            </a:xfrm>
            <a:custGeom>
              <a:avLst/>
              <a:gdLst/>
              <a:ahLst/>
              <a:cxnLst/>
              <a:rect l="0" t="0" r="0" b="0"/>
              <a:pathLst>
                <a:path w="754" h="30">
                  <a:moveTo>
                    <a:pt x="0" y="15"/>
                  </a:moveTo>
                  <a:lnTo>
                    <a:pt x="754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" name="path 90"/>
            <p:cNvSpPr/>
            <p:nvPr/>
          </p:nvSpPr>
          <p:spPr>
            <a:xfrm>
              <a:off x="0" y="35849"/>
              <a:ext cx="755400" cy="914615"/>
            </a:xfrm>
            <a:custGeom>
              <a:avLst/>
              <a:gdLst/>
              <a:ahLst/>
              <a:cxnLst/>
              <a:rect l="0" t="0" r="0" b="0"/>
              <a:pathLst>
                <a:path w="1189" h="1440">
                  <a:moveTo>
                    <a:pt x="1038" y="1425"/>
                  </a:moveTo>
                  <a:lnTo>
                    <a:pt x="1174" y="1375"/>
                  </a:lnTo>
                  <a:lnTo>
                    <a:pt x="1038" y="1326"/>
                  </a:lnTo>
                  <a:lnTo>
                    <a:pt x="1038" y="1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" name="path 92"/>
            <p:cNvSpPr/>
            <p:nvPr/>
          </p:nvSpPr>
          <p:spPr>
            <a:xfrm>
              <a:off x="172660" y="999873"/>
              <a:ext cx="546338" cy="819074"/>
            </a:xfrm>
            <a:custGeom>
              <a:avLst/>
              <a:gdLst/>
              <a:ahLst/>
              <a:cxnLst/>
              <a:rect l="0" t="0" r="0" b="0"/>
              <a:pathLst>
                <a:path w="860" h="1289">
                  <a:moveTo>
                    <a:pt x="12" y="1281"/>
                  </a:moveTo>
                  <a:lnTo>
                    <a:pt x="847" y="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" name="path 94"/>
            <p:cNvSpPr/>
            <p:nvPr/>
          </p:nvSpPr>
          <p:spPr>
            <a:xfrm>
              <a:off x="0" y="35849"/>
              <a:ext cx="767975" cy="996032"/>
            </a:xfrm>
            <a:custGeom>
              <a:avLst/>
              <a:gdLst/>
              <a:ahLst/>
              <a:cxnLst/>
              <a:rect l="0" t="0" r="0" b="0"/>
              <a:pathLst>
                <a:path w="1209" h="1568">
                  <a:moveTo>
                    <a:pt x="1161" y="1553"/>
                  </a:moveTo>
                  <a:lnTo>
                    <a:pt x="1194" y="1412"/>
                  </a:lnTo>
                  <a:lnTo>
                    <a:pt x="1078" y="1499"/>
                  </a:lnTo>
                  <a:lnTo>
                    <a:pt x="1161" y="15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882275" y="1818275"/>
            <a:ext cx="6388456" cy="3091649"/>
            <a:chOff x="0" y="0"/>
            <a:chExt cx="6388456" cy="3091649"/>
          </a:xfrm>
        </p:grpSpPr>
        <p:sp>
          <p:nvSpPr>
            <p:cNvPr id="96" name="path 96"/>
            <p:cNvSpPr/>
            <p:nvPr/>
          </p:nvSpPr>
          <p:spPr>
            <a:xfrm>
              <a:off x="3986200" y="1536299"/>
              <a:ext cx="1490100" cy="19050"/>
            </a:xfrm>
            <a:custGeom>
              <a:avLst/>
              <a:gdLst/>
              <a:ahLst/>
              <a:cxnLst/>
              <a:rect l="0" t="0" r="0" b="0"/>
              <a:pathLst>
                <a:path w="2346" h="30">
                  <a:moveTo>
                    <a:pt x="0" y="15"/>
                  </a:moveTo>
                  <a:lnTo>
                    <a:pt x="2346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" name="path 98"/>
            <p:cNvSpPr/>
            <p:nvPr/>
          </p:nvSpPr>
          <p:spPr>
            <a:xfrm>
              <a:off x="1608199" y="672199"/>
              <a:ext cx="3964075" cy="914615"/>
            </a:xfrm>
            <a:custGeom>
              <a:avLst/>
              <a:gdLst/>
              <a:ahLst/>
              <a:cxnLst/>
              <a:rect l="0" t="0" r="0" b="0"/>
              <a:pathLst>
                <a:path w="6242" h="1440">
                  <a:moveTo>
                    <a:pt x="6091" y="1425"/>
                  </a:moveTo>
                  <a:lnTo>
                    <a:pt x="6227" y="1375"/>
                  </a:lnTo>
                  <a:lnTo>
                    <a:pt x="6091" y="1326"/>
                  </a:lnTo>
                  <a:lnTo>
                    <a:pt x="6091" y="1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0" name="path 100"/>
            <p:cNvSpPr/>
            <p:nvPr/>
          </p:nvSpPr>
          <p:spPr>
            <a:xfrm>
              <a:off x="1608199" y="233499"/>
              <a:ext cx="3183739" cy="1713306"/>
            </a:xfrm>
            <a:custGeom>
              <a:avLst/>
              <a:gdLst/>
              <a:ahLst/>
              <a:cxnLst/>
              <a:rect l="0" t="0" r="0" b="0"/>
              <a:pathLst>
                <a:path w="5013" h="2698">
                  <a:moveTo>
                    <a:pt x="2481" y="15"/>
                  </a:moveTo>
                  <a:cubicBezTo>
                    <a:pt x="2481" y="573"/>
                    <a:pt x="3113" y="776"/>
                    <a:pt x="3744" y="1132"/>
                  </a:cubicBezTo>
                  <a:cubicBezTo>
                    <a:pt x="4060" y="1310"/>
                    <a:pt x="4376" y="1527"/>
                    <a:pt x="4613" y="1806"/>
                  </a:cubicBezTo>
                  <a:cubicBezTo>
                    <a:pt x="4731" y="1946"/>
                    <a:pt x="4830" y="2102"/>
                    <a:pt x="4899" y="2277"/>
                  </a:cubicBezTo>
                  <a:cubicBezTo>
                    <a:pt x="4934" y="2365"/>
                    <a:pt x="4961" y="2457"/>
                    <a:pt x="4979" y="2554"/>
                  </a:cubicBezTo>
                  <a:cubicBezTo>
                    <a:pt x="4984" y="2579"/>
                    <a:pt x="4988" y="2603"/>
                    <a:pt x="4992" y="2628"/>
                  </a:cubicBezTo>
                  <a:cubicBezTo>
                    <a:pt x="4993" y="2641"/>
                    <a:pt x="4995" y="2653"/>
                    <a:pt x="4996" y="2666"/>
                  </a:cubicBezTo>
                  <a:lnTo>
                    <a:pt x="4998" y="268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2" name="path 102"/>
            <p:cNvSpPr/>
            <p:nvPr/>
          </p:nvSpPr>
          <p:spPr>
            <a:xfrm>
              <a:off x="1608199" y="672199"/>
              <a:ext cx="3215162" cy="1360939"/>
            </a:xfrm>
            <a:custGeom>
              <a:avLst/>
              <a:gdLst/>
              <a:ahLst/>
              <a:cxnLst/>
              <a:rect l="0" t="0" r="0" b="0"/>
              <a:pathLst>
                <a:path w="5063" h="2143">
                  <a:moveTo>
                    <a:pt x="4949" y="1994"/>
                  </a:moveTo>
                  <a:lnTo>
                    <a:pt x="5005" y="2128"/>
                  </a:lnTo>
                  <a:lnTo>
                    <a:pt x="5048" y="1989"/>
                  </a:lnTo>
                  <a:lnTo>
                    <a:pt x="4949" y="199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4" name="path 104"/>
            <p:cNvSpPr/>
            <p:nvPr/>
          </p:nvSpPr>
          <p:spPr>
            <a:xfrm>
              <a:off x="1608199" y="233499"/>
              <a:ext cx="4737205" cy="824130"/>
            </a:xfrm>
            <a:custGeom>
              <a:avLst/>
              <a:gdLst/>
              <a:ahLst/>
              <a:cxnLst/>
              <a:rect l="0" t="0" r="0" b="0"/>
              <a:pathLst>
                <a:path w="7460" h="1297">
                  <a:moveTo>
                    <a:pt x="2481" y="15"/>
                  </a:moveTo>
                  <a:cubicBezTo>
                    <a:pt x="2481" y="371"/>
                    <a:pt x="3744" y="549"/>
                    <a:pt x="5008" y="727"/>
                  </a:cubicBezTo>
                  <a:cubicBezTo>
                    <a:pt x="5639" y="816"/>
                    <a:pt x="6271" y="904"/>
                    <a:pt x="6745" y="1016"/>
                  </a:cubicBezTo>
                  <a:cubicBezTo>
                    <a:pt x="6982" y="1071"/>
                    <a:pt x="7179" y="1133"/>
                    <a:pt x="7317" y="1202"/>
                  </a:cubicBezTo>
                  <a:cubicBezTo>
                    <a:pt x="7352" y="1219"/>
                    <a:pt x="7383" y="1237"/>
                    <a:pt x="7409" y="1256"/>
                  </a:cubicBezTo>
                  <a:cubicBezTo>
                    <a:pt x="7416" y="1260"/>
                    <a:pt x="7423" y="1265"/>
                    <a:pt x="7429" y="1270"/>
                  </a:cubicBezTo>
                  <a:cubicBezTo>
                    <a:pt x="7432" y="1272"/>
                    <a:pt x="7435" y="1274"/>
                    <a:pt x="7438" y="1277"/>
                  </a:cubicBezTo>
                  <a:cubicBezTo>
                    <a:pt x="7439" y="1278"/>
                    <a:pt x="7441" y="1279"/>
                    <a:pt x="7442" y="1280"/>
                  </a:cubicBezTo>
                  <a:lnTo>
                    <a:pt x="7445" y="128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6" name="path 106"/>
            <p:cNvSpPr/>
            <p:nvPr/>
          </p:nvSpPr>
          <p:spPr>
            <a:xfrm>
              <a:off x="1608199" y="672199"/>
              <a:ext cx="4780256" cy="460399"/>
            </a:xfrm>
            <a:custGeom>
              <a:avLst/>
              <a:gdLst/>
              <a:ahLst/>
              <a:cxnLst/>
              <a:rect l="0" t="0" r="0" b="0"/>
              <a:pathLst>
                <a:path w="7527" h="725">
                  <a:moveTo>
                    <a:pt x="7402" y="616"/>
                  </a:moveTo>
                  <a:lnTo>
                    <a:pt x="7512" y="710"/>
                  </a:lnTo>
                  <a:lnTo>
                    <a:pt x="7488" y="567"/>
                  </a:lnTo>
                  <a:lnTo>
                    <a:pt x="7402" y="6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8" name="path 108"/>
            <p:cNvSpPr/>
            <p:nvPr/>
          </p:nvSpPr>
          <p:spPr>
            <a:xfrm>
              <a:off x="0" y="0"/>
              <a:ext cx="1973249" cy="3091649"/>
            </a:xfrm>
            <a:custGeom>
              <a:avLst/>
              <a:gdLst/>
              <a:ahLst/>
              <a:cxnLst/>
              <a:rect l="0" t="0" r="0" b="0"/>
              <a:pathLst>
                <a:path w="3107" h="4868">
                  <a:moveTo>
                    <a:pt x="15" y="527"/>
                  </a:moveTo>
                  <a:lnTo>
                    <a:pt x="15" y="527"/>
                  </a:lnTo>
                  <a:cubicBezTo>
                    <a:pt x="15" y="244"/>
                    <a:pt x="244" y="15"/>
                    <a:pt x="527" y="15"/>
                  </a:cubicBezTo>
                  <a:lnTo>
                    <a:pt x="2579" y="15"/>
                  </a:lnTo>
                  <a:lnTo>
                    <a:pt x="2579" y="15"/>
                  </a:lnTo>
                  <a:cubicBezTo>
                    <a:pt x="2715" y="15"/>
                    <a:pt x="2846" y="69"/>
                    <a:pt x="2942" y="165"/>
                  </a:cubicBezTo>
                  <a:cubicBezTo>
                    <a:pt x="3038" y="261"/>
                    <a:pt x="3092" y="391"/>
                    <a:pt x="3092" y="527"/>
                  </a:cubicBezTo>
                  <a:lnTo>
                    <a:pt x="3092" y="4340"/>
                  </a:lnTo>
                  <a:cubicBezTo>
                    <a:pt x="3092" y="4624"/>
                    <a:pt x="2862" y="4853"/>
                    <a:pt x="2579" y="4853"/>
                  </a:cubicBezTo>
                  <a:lnTo>
                    <a:pt x="527" y="4853"/>
                  </a:lnTo>
                  <a:cubicBezTo>
                    <a:pt x="244" y="4853"/>
                    <a:pt x="15" y="4624"/>
                    <a:pt x="15" y="4340"/>
                  </a:cubicBezTo>
                  <a:lnTo>
                    <a:pt x="15" y="527"/>
                  </a:lnTo>
                  <a:close/>
                </a:path>
              </a:pathLst>
            </a:custGeom>
            <a:noFill/>
            <a:ln w="19050" cap="flat">
              <a:solidFill>
                <a:srgbClr val="0000FF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0" name="textbox 110"/>
          <p:cNvSpPr/>
          <p:nvPr/>
        </p:nvSpPr>
        <p:spPr>
          <a:xfrm>
            <a:off x="396657" y="497887"/>
            <a:ext cx="5868034" cy="553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Ov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erview of</a:t>
            </a:r>
            <a:r>
              <a:rPr sz="2600" b="1" kern="0" spc="-1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DNN Train</a:t>
            </a: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 Procedur</a:t>
            </a: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2490474" y="1254674"/>
            <a:ext cx="2387525" cy="816149"/>
            <a:chOff x="0" y="0"/>
            <a:chExt cx="2387525" cy="816149"/>
          </a:xfrm>
        </p:grpSpPr>
        <p:sp>
          <p:nvSpPr>
            <p:cNvPr id="112" name="path 112"/>
            <p:cNvSpPr/>
            <p:nvPr/>
          </p:nvSpPr>
          <p:spPr>
            <a:xfrm>
              <a:off x="773599" y="952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D9D2E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4" name="path 114"/>
            <p:cNvSpPr/>
            <p:nvPr/>
          </p:nvSpPr>
          <p:spPr>
            <a:xfrm>
              <a:off x="0" y="0"/>
              <a:ext cx="2387525" cy="816149"/>
            </a:xfrm>
            <a:custGeom>
              <a:avLst/>
              <a:gdLst/>
              <a:ahLst/>
              <a:cxnLst/>
              <a:rect l="0" t="0" r="0" b="0"/>
              <a:pathLst>
                <a:path w="3759" h="1285">
                  <a:moveTo>
                    <a:pt x="1218" y="224"/>
                  </a:moveTo>
                  <a:lnTo>
                    <a:pt x="1218" y="224"/>
                  </a:lnTo>
                  <a:cubicBezTo>
                    <a:pt x="1218" y="108"/>
                    <a:pt x="1311" y="15"/>
                    <a:pt x="1427" y="15"/>
                  </a:cubicBezTo>
                  <a:lnTo>
                    <a:pt x="3535" y="15"/>
                  </a:lnTo>
                  <a:cubicBezTo>
                    <a:pt x="3591" y="15"/>
                    <a:pt x="3644" y="37"/>
                    <a:pt x="3683" y="76"/>
                  </a:cubicBezTo>
                  <a:cubicBezTo>
                    <a:pt x="3722" y="115"/>
                    <a:pt x="3744" y="168"/>
                    <a:pt x="3744" y="224"/>
                  </a:cubicBezTo>
                  <a:lnTo>
                    <a:pt x="3744" y="1061"/>
                  </a:lnTo>
                  <a:cubicBezTo>
                    <a:pt x="3744" y="1176"/>
                    <a:pt x="3651" y="1270"/>
                    <a:pt x="3535" y="1270"/>
                  </a:cubicBezTo>
                  <a:lnTo>
                    <a:pt x="1427" y="1270"/>
                  </a:lnTo>
                  <a:cubicBezTo>
                    <a:pt x="1311" y="1270"/>
                    <a:pt x="1218" y="1176"/>
                    <a:pt x="1218" y="1061"/>
                  </a:cubicBezTo>
                  <a:lnTo>
                    <a:pt x="1218" y="22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6" name="path 116"/>
          <p:cNvSpPr/>
          <p:nvPr/>
        </p:nvSpPr>
        <p:spPr>
          <a:xfrm>
            <a:off x="2490474" y="1046324"/>
            <a:ext cx="2562425" cy="1232850"/>
          </a:xfrm>
          <a:custGeom>
            <a:avLst/>
            <a:gdLst/>
            <a:ahLst/>
            <a:cxnLst/>
            <a:rect l="0" t="0" r="0" b="0"/>
            <a:pathLst>
              <a:path w="4035" h="1941">
                <a:moveTo>
                  <a:pt x="942" y="333"/>
                </a:moveTo>
                <a:lnTo>
                  <a:pt x="942" y="333"/>
                </a:lnTo>
                <a:cubicBezTo>
                  <a:pt x="942" y="157"/>
                  <a:pt x="1085" y="15"/>
                  <a:pt x="1261" y="15"/>
                </a:cubicBezTo>
                <a:lnTo>
                  <a:pt x="3701" y="15"/>
                </a:lnTo>
                <a:cubicBezTo>
                  <a:pt x="3786" y="15"/>
                  <a:pt x="3867" y="48"/>
                  <a:pt x="3927" y="108"/>
                </a:cubicBezTo>
                <a:cubicBezTo>
                  <a:pt x="3986" y="168"/>
                  <a:pt x="4020" y="249"/>
                  <a:pt x="4020" y="333"/>
                </a:cubicBezTo>
                <a:lnTo>
                  <a:pt x="4020" y="1607"/>
                </a:lnTo>
                <a:cubicBezTo>
                  <a:pt x="4020" y="1783"/>
                  <a:pt x="3877" y="1926"/>
                  <a:pt x="3701" y="1926"/>
                </a:cubicBezTo>
                <a:lnTo>
                  <a:pt x="1261" y="1926"/>
                </a:lnTo>
                <a:cubicBezTo>
                  <a:pt x="1085" y="1926"/>
                  <a:pt x="942" y="1783"/>
                  <a:pt x="942" y="1607"/>
                </a:cubicBezTo>
                <a:lnTo>
                  <a:pt x="942" y="333"/>
                </a:lnTo>
                <a:close/>
              </a:path>
            </a:pathLst>
          </a:custGeom>
          <a:noFill/>
          <a:ln w="19050" cap="flat">
            <a:solidFill>
              <a:srgbClr val="0000FF"/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8" name="textbox 118"/>
          <p:cNvSpPr/>
          <p:nvPr/>
        </p:nvSpPr>
        <p:spPr>
          <a:xfrm>
            <a:off x="5183668" y="1423437"/>
            <a:ext cx="2761614" cy="512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1914"/>
              </a:lnSpc>
              <a:tabLst/>
            </a:pPr>
            <a:r>
              <a:rPr sz="1400" b="1" kern="0" spc="-3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torch.uti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ls.data.Dataset</a:t>
            </a:r>
            <a:endParaRPr sz="14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ts val="1914"/>
              </a:lnSpc>
              <a:spcBef>
                <a:spcPts val="6"/>
              </a:spcBef>
              <a:tabLst/>
            </a:pP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orch.utils.data.Dat</a:t>
            </a: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aLoade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r</a:t>
            </a:r>
            <a:endParaRPr sz="14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20" name="rect 120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" name="textbox 122"/>
          <p:cNvSpPr/>
          <p:nvPr/>
        </p:nvSpPr>
        <p:spPr>
          <a:xfrm>
            <a:off x="1304849" y="1251650"/>
            <a:ext cx="1136014" cy="478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1920"/>
              </a:lnSpc>
              <a:tabLst/>
            </a:pPr>
            <a:r>
              <a:rPr sz="1500" b="1" kern="0" spc="-9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torch.nn</a:t>
            </a:r>
            <a:endParaRPr sz="15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ct val="97000"/>
              </a:lnSpc>
              <a:spcBef>
                <a:spcPts val="16"/>
              </a:spcBef>
              <a:tabLst/>
            </a:pPr>
            <a:r>
              <a:rPr sz="1400" b="1" kern="0" spc="-6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torch.op</a:t>
            </a: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ti</a:t>
            </a:r>
            <a:r>
              <a:rPr sz="1400" b="1" kern="0" spc="3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m</a:t>
            </a:r>
            <a:endParaRPr sz="14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250789" y="2244406"/>
            <a:ext cx="1251585" cy="472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56" rIns="0" bIns="0"/>
          <a:lstStyle/>
          <a:p>
            <a:pPr marL="260350" indent="-248284" algn="l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Define</a:t>
            </a: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ral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1238668" y="3274920"/>
            <a:ext cx="127508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Loss</a:t>
            </a: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Functio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1431382" y="4176528"/>
            <a:ext cx="88773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Optimizer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3599664" y="1573570"/>
            <a:ext cx="94805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Load</a:t>
            </a: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3695048" y="3274920"/>
            <a:ext cx="747394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Training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5220201" y="4179170"/>
            <a:ext cx="90170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Validation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4"/>
          <p:cNvGrpSpPr/>
          <p:nvPr/>
        </p:nvGrpSpPr>
        <p:grpSpPr>
          <a:xfrm rot="21600000">
            <a:off x="6062912" y="2189249"/>
            <a:ext cx="2285150" cy="1709180"/>
            <a:chOff x="0" y="0"/>
            <a:chExt cx="2285150" cy="1709180"/>
          </a:xfrm>
        </p:grpSpPr>
        <p:sp>
          <p:nvSpPr>
            <p:cNvPr id="136" name="path 136"/>
            <p:cNvSpPr/>
            <p:nvPr/>
          </p:nvSpPr>
          <p:spPr>
            <a:xfrm>
              <a:off x="9525" y="3249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" name="path 138"/>
            <p:cNvSpPr/>
            <p:nvPr/>
          </p:nvSpPr>
          <p:spPr>
            <a:xfrm>
              <a:off x="0" y="315450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0" name="path 140"/>
            <p:cNvSpPr/>
            <p:nvPr/>
          </p:nvSpPr>
          <p:spPr>
            <a:xfrm>
              <a:off x="353024" y="324975"/>
              <a:ext cx="343500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2" name="path 142"/>
            <p:cNvSpPr/>
            <p:nvPr/>
          </p:nvSpPr>
          <p:spPr>
            <a:xfrm>
              <a:off x="343499" y="315450"/>
              <a:ext cx="362550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4" name="path 144"/>
            <p:cNvSpPr/>
            <p:nvPr/>
          </p:nvSpPr>
          <p:spPr>
            <a:xfrm>
              <a:off x="696525" y="3249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6" name="path 146"/>
            <p:cNvSpPr/>
            <p:nvPr/>
          </p:nvSpPr>
          <p:spPr>
            <a:xfrm>
              <a:off x="687000" y="315450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8" name="path 148"/>
            <p:cNvSpPr/>
            <p:nvPr/>
          </p:nvSpPr>
          <p:spPr>
            <a:xfrm>
              <a:off x="1040025" y="3249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0" name="path 150"/>
            <p:cNvSpPr/>
            <p:nvPr/>
          </p:nvSpPr>
          <p:spPr>
            <a:xfrm>
              <a:off x="1030500" y="315450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2" name="path 152"/>
            <p:cNvSpPr/>
            <p:nvPr/>
          </p:nvSpPr>
          <p:spPr>
            <a:xfrm>
              <a:off x="1383525" y="3249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4" name="path 154"/>
            <p:cNvSpPr/>
            <p:nvPr/>
          </p:nvSpPr>
          <p:spPr>
            <a:xfrm>
              <a:off x="1374000" y="315450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6" name="path 156"/>
            <p:cNvSpPr/>
            <p:nvPr/>
          </p:nvSpPr>
          <p:spPr>
            <a:xfrm>
              <a:off x="9525" y="6684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8" name="path 158"/>
            <p:cNvSpPr/>
            <p:nvPr/>
          </p:nvSpPr>
          <p:spPr>
            <a:xfrm>
              <a:off x="0" y="658950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" name="path 160"/>
            <p:cNvSpPr/>
            <p:nvPr/>
          </p:nvSpPr>
          <p:spPr>
            <a:xfrm>
              <a:off x="353024" y="668475"/>
              <a:ext cx="343500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2" name="path 162"/>
            <p:cNvSpPr/>
            <p:nvPr/>
          </p:nvSpPr>
          <p:spPr>
            <a:xfrm>
              <a:off x="343499" y="658950"/>
              <a:ext cx="362550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4" name="path 164"/>
            <p:cNvSpPr/>
            <p:nvPr/>
          </p:nvSpPr>
          <p:spPr>
            <a:xfrm>
              <a:off x="696525" y="6684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6" name="path 166"/>
            <p:cNvSpPr/>
            <p:nvPr/>
          </p:nvSpPr>
          <p:spPr>
            <a:xfrm>
              <a:off x="687000" y="658950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8" name="path 168"/>
            <p:cNvSpPr/>
            <p:nvPr/>
          </p:nvSpPr>
          <p:spPr>
            <a:xfrm>
              <a:off x="1040025" y="6684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0" name="path 170"/>
            <p:cNvSpPr/>
            <p:nvPr/>
          </p:nvSpPr>
          <p:spPr>
            <a:xfrm>
              <a:off x="1030500" y="658950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2" name="path 172"/>
            <p:cNvSpPr/>
            <p:nvPr/>
          </p:nvSpPr>
          <p:spPr>
            <a:xfrm>
              <a:off x="1383525" y="6684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4" name="path 174"/>
            <p:cNvSpPr/>
            <p:nvPr/>
          </p:nvSpPr>
          <p:spPr>
            <a:xfrm>
              <a:off x="1374000" y="658950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" name="path 176"/>
            <p:cNvSpPr/>
            <p:nvPr/>
          </p:nvSpPr>
          <p:spPr>
            <a:xfrm>
              <a:off x="9525" y="1011975"/>
              <a:ext cx="343499" cy="343500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8" name="path 178"/>
            <p:cNvSpPr/>
            <p:nvPr/>
          </p:nvSpPr>
          <p:spPr>
            <a:xfrm>
              <a:off x="0" y="1002450"/>
              <a:ext cx="362549" cy="362550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0" name="path 180"/>
            <p:cNvSpPr/>
            <p:nvPr/>
          </p:nvSpPr>
          <p:spPr>
            <a:xfrm>
              <a:off x="353024" y="1011975"/>
              <a:ext cx="343500" cy="343500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2" name="path 182"/>
            <p:cNvSpPr/>
            <p:nvPr/>
          </p:nvSpPr>
          <p:spPr>
            <a:xfrm>
              <a:off x="343499" y="1002450"/>
              <a:ext cx="362550" cy="362550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4" name="path 184"/>
            <p:cNvSpPr/>
            <p:nvPr/>
          </p:nvSpPr>
          <p:spPr>
            <a:xfrm>
              <a:off x="696525" y="1011975"/>
              <a:ext cx="343499" cy="343500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6" name="path 186"/>
            <p:cNvSpPr/>
            <p:nvPr/>
          </p:nvSpPr>
          <p:spPr>
            <a:xfrm>
              <a:off x="687000" y="1002450"/>
              <a:ext cx="362549" cy="362550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8" name="path 188"/>
            <p:cNvSpPr/>
            <p:nvPr/>
          </p:nvSpPr>
          <p:spPr>
            <a:xfrm>
              <a:off x="1040025" y="1011975"/>
              <a:ext cx="343499" cy="343500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0" name="path 190"/>
            <p:cNvSpPr/>
            <p:nvPr/>
          </p:nvSpPr>
          <p:spPr>
            <a:xfrm>
              <a:off x="1030500" y="1002450"/>
              <a:ext cx="362549" cy="362550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2" name="path 192"/>
            <p:cNvSpPr/>
            <p:nvPr/>
          </p:nvSpPr>
          <p:spPr>
            <a:xfrm>
              <a:off x="1383525" y="1011975"/>
              <a:ext cx="343499" cy="343500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4" name="path 194"/>
            <p:cNvSpPr/>
            <p:nvPr/>
          </p:nvSpPr>
          <p:spPr>
            <a:xfrm>
              <a:off x="1374000" y="1002450"/>
              <a:ext cx="362549" cy="362550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6" name="path 196"/>
            <p:cNvSpPr/>
            <p:nvPr/>
          </p:nvSpPr>
          <p:spPr>
            <a:xfrm>
              <a:off x="9525" y="13554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8" name="path 198"/>
            <p:cNvSpPr/>
            <p:nvPr/>
          </p:nvSpPr>
          <p:spPr>
            <a:xfrm>
              <a:off x="0" y="1345950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0" name="path 200"/>
            <p:cNvSpPr/>
            <p:nvPr/>
          </p:nvSpPr>
          <p:spPr>
            <a:xfrm>
              <a:off x="353024" y="1355475"/>
              <a:ext cx="343500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" name="path 202"/>
            <p:cNvSpPr/>
            <p:nvPr/>
          </p:nvSpPr>
          <p:spPr>
            <a:xfrm>
              <a:off x="343499" y="1345950"/>
              <a:ext cx="362550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" name="path 204"/>
            <p:cNvSpPr/>
            <p:nvPr/>
          </p:nvSpPr>
          <p:spPr>
            <a:xfrm>
              <a:off x="696525" y="13554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6" name="path 206"/>
            <p:cNvSpPr/>
            <p:nvPr/>
          </p:nvSpPr>
          <p:spPr>
            <a:xfrm>
              <a:off x="687000" y="1345950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8" name="path 208"/>
            <p:cNvSpPr/>
            <p:nvPr/>
          </p:nvSpPr>
          <p:spPr>
            <a:xfrm>
              <a:off x="1040025" y="13554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0" name="path 210"/>
            <p:cNvSpPr/>
            <p:nvPr/>
          </p:nvSpPr>
          <p:spPr>
            <a:xfrm>
              <a:off x="1030500" y="1345950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2" name="path 212"/>
            <p:cNvSpPr/>
            <p:nvPr/>
          </p:nvSpPr>
          <p:spPr>
            <a:xfrm>
              <a:off x="1383525" y="13554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4" name="path 214"/>
            <p:cNvSpPr/>
            <p:nvPr/>
          </p:nvSpPr>
          <p:spPr>
            <a:xfrm>
              <a:off x="1374000" y="1345950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6" name="path 216"/>
            <p:cNvSpPr/>
            <p:nvPr/>
          </p:nvSpPr>
          <p:spPr>
            <a:xfrm>
              <a:off x="9525" y="220025"/>
              <a:ext cx="520499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8" name="path 218"/>
            <p:cNvSpPr/>
            <p:nvPr/>
          </p:nvSpPr>
          <p:spPr>
            <a:xfrm>
              <a:off x="4856" y="210500"/>
              <a:ext cx="529836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0" name="path 220"/>
            <p:cNvSpPr/>
            <p:nvPr/>
          </p:nvSpPr>
          <p:spPr>
            <a:xfrm>
              <a:off x="353024" y="21997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2" name="path 222"/>
            <p:cNvSpPr/>
            <p:nvPr/>
          </p:nvSpPr>
          <p:spPr>
            <a:xfrm>
              <a:off x="348356" y="210450"/>
              <a:ext cx="529836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4" name="path 224"/>
            <p:cNvSpPr/>
            <p:nvPr/>
          </p:nvSpPr>
          <p:spPr>
            <a:xfrm>
              <a:off x="696525" y="21997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6" name="path 226"/>
            <p:cNvSpPr/>
            <p:nvPr/>
          </p:nvSpPr>
          <p:spPr>
            <a:xfrm>
              <a:off x="691857" y="21045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8" name="path 228"/>
            <p:cNvSpPr/>
            <p:nvPr/>
          </p:nvSpPr>
          <p:spPr>
            <a:xfrm>
              <a:off x="1040025" y="21992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0" name="path 230"/>
            <p:cNvSpPr/>
            <p:nvPr/>
          </p:nvSpPr>
          <p:spPr>
            <a:xfrm>
              <a:off x="1035357" y="21040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2" name="path 232"/>
            <p:cNvSpPr/>
            <p:nvPr/>
          </p:nvSpPr>
          <p:spPr>
            <a:xfrm>
              <a:off x="1383525" y="21997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4" name="path 234"/>
            <p:cNvSpPr/>
            <p:nvPr/>
          </p:nvSpPr>
          <p:spPr>
            <a:xfrm>
              <a:off x="1378857" y="21045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6" name="path 236"/>
            <p:cNvSpPr/>
            <p:nvPr/>
          </p:nvSpPr>
          <p:spPr>
            <a:xfrm>
              <a:off x="195324" y="11487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8" name="path 238"/>
            <p:cNvSpPr/>
            <p:nvPr/>
          </p:nvSpPr>
          <p:spPr>
            <a:xfrm>
              <a:off x="190656" y="105350"/>
              <a:ext cx="529836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0" name="path 240"/>
            <p:cNvSpPr/>
            <p:nvPr/>
          </p:nvSpPr>
          <p:spPr>
            <a:xfrm>
              <a:off x="538824" y="11482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2" name="path 242"/>
            <p:cNvSpPr/>
            <p:nvPr/>
          </p:nvSpPr>
          <p:spPr>
            <a:xfrm>
              <a:off x="534156" y="10530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4" name="path 244"/>
            <p:cNvSpPr/>
            <p:nvPr/>
          </p:nvSpPr>
          <p:spPr>
            <a:xfrm>
              <a:off x="882324" y="11482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6" name="path 246"/>
            <p:cNvSpPr/>
            <p:nvPr/>
          </p:nvSpPr>
          <p:spPr>
            <a:xfrm>
              <a:off x="877656" y="10530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8" name="path 248"/>
            <p:cNvSpPr/>
            <p:nvPr/>
          </p:nvSpPr>
          <p:spPr>
            <a:xfrm>
              <a:off x="1225824" y="11477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0" name="path 250"/>
            <p:cNvSpPr/>
            <p:nvPr/>
          </p:nvSpPr>
          <p:spPr>
            <a:xfrm>
              <a:off x="1221156" y="10525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2" name="path 252"/>
            <p:cNvSpPr/>
            <p:nvPr/>
          </p:nvSpPr>
          <p:spPr>
            <a:xfrm>
              <a:off x="1569324" y="11482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4" name="path 254"/>
            <p:cNvSpPr/>
            <p:nvPr/>
          </p:nvSpPr>
          <p:spPr>
            <a:xfrm>
              <a:off x="1564656" y="10530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6" name="path 256"/>
            <p:cNvSpPr/>
            <p:nvPr/>
          </p:nvSpPr>
          <p:spPr>
            <a:xfrm>
              <a:off x="381124" y="962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8" name="path 258"/>
            <p:cNvSpPr/>
            <p:nvPr/>
          </p:nvSpPr>
          <p:spPr>
            <a:xfrm>
              <a:off x="376456" y="100"/>
              <a:ext cx="529836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0" name="path 260"/>
            <p:cNvSpPr/>
            <p:nvPr/>
          </p:nvSpPr>
          <p:spPr>
            <a:xfrm>
              <a:off x="724625" y="957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2" name="path 262"/>
            <p:cNvSpPr/>
            <p:nvPr/>
          </p:nvSpPr>
          <p:spPr>
            <a:xfrm>
              <a:off x="719957" y="5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4" name="path 264"/>
            <p:cNvSpPr/>
            <p:nvPr/>
          </p:nvSpPr>
          <p:spPr>
            <a:xfrm>
              <a:off x="1068125" y="957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6" name="path 266"/>
            <p:cNvSpPr/>
            <p:nvPr/>
          </p:nvSpPr>
          <p:spPr>
            <a:xfrm>
              <a:off x="1063457" y="5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8" name="path 268"/>
            <p:cNvSpPr/>
            <p:nvPr/>
          </p:nvSpPr>
          <p:spPr>
            <a:xfrm>
              <a:off x="1411625" y="9525"/>
              <a:ext cx="520500" cy="105000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0" name="path 270"/>
            <p:cNvSpPr/>
            <p:nvPr/>
          </p:nvSpPr>
          <p:spPr>
            <a:xfrm>
              <a:off x="1406957" y="0"/>
              <a:ext cx="529835" cy="124050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2" name="path 272"/>
            <p:cNvSpPr/>
            <p:nvPr/>
          </p:nvSpPr>
          <p:spPr>
            <a:xfrm>
              <a:off x="1755125" y="957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4" name="path 274"/>
            <p:cNvSpPr/>
            <p:nvPr/>
          </p:nvSpPr>
          <p:spPr>
            <a:xfrm>
              <a:off x="1750457" y="5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6" name="path 276"/>
            <p:cNvSpPr/>
            <p:nvPr/>
          </p:nvSpPr>
          <p:spPr>
            <a:xfrm>
              <a:off x="1727487" y="218200"/>
              <a:ext cx="182400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1"/>
                  </a:lnTo>
                  <a:lnTo>
                    <a:pt x="287" y="0"/>
                  </a:lnTo>
                  <a:lnTo>
                    <a:pt x="0" y="165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8" name="path 278"/>
            <p:cNvSpPr/>
            <p:nvPr/>
          </p:nvSpPr>
          <p:spPr>
            <a:xfrm>
              <a:off x="1717962" y="209944"/>
              <a:ext cx="201450" cy="471610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4"/>
                  </a:lnTo>
                  <a:lnTo>
                    <a:pt x="302" y="13"/>
                  </a:lnTo>
                  <a:lnTo>
                    <a:pt x="15" y="178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0" name="path 280"/>
            <p:cNvSpPr/>
            <p:nvPr/>
          </p:nvSpPr>
          <p:spPr>
            <a:xfrm>
              <a:off x="1910355" y="111498"/>
              <a:ext cx="182400" cy="455099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2" name="path 282"/>
            <p:cNvSpPr/>
            <p:nvPr/>
          </p:nvSpPr>
          <p:spPr>
            <a:xfrm>
              <a:off x="1900830" y="103185"/>
              <a:ext cx="201450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4" name="path 284"/>
            <p:cNvSpPr/>
            <p:nvPr/>
          </p:nvSpPr>
          <p:spPr>
            <a:xfrm>
              <a:off x="2093225" y="9749"/>
              <a:ext cx="182399" cy="455099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6" name="path 286"/>
            <p:cNvSpPr/>
            <p:nvPr/>
          </p:nvSpPr>
          <p:spPr>
            <a:xfrm>
              <a:off x="2083700" y="1436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8" name="path 288"/>
            <p:cNvSpPr/>
            <p:nvPr/>
          </p:nvSpPr>
          <p:spPr>
            <a:xfrm>
              <a:off x="1727013" y="556875"/>
              <a:ext cx="182399" cy="455099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1"/>
                  </a:lnTo>
                  <a:lnTo>
                    <a:pt x="287" y="0"/>
                  </a:lnTo>
                  <a:lnTo>
                    <a:pt x="0" y="165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0" name="path 290"/>
            <p:cNvSpPr/>
            <p:nvPr/>
          </p:nvSpPr>
          <p:spPr>
            <a:xfrm>
              <a:off x="1717488" y="548619"/>
              <a:ext cx="201449" cy="471610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4"/>
                  </a:lnTo>
                  <a:lnTo>
                    <a:pt x="302" y="13"/>
                  </a:lnTo>
                  <a:lnTo>
                    <a:pt x="15" y="178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2" name="path 292"/>
            <p:cNvSpPr/>
            <p:nvPr/>
          </p:nvSpPr>
          <p:spPr>
            <a:xfrm>
              <a:off x="1909881" y="450173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4" name="path 294"/>
            <p:cNvSpPr/>
            <p:nvPr/>
          </p:nvSpPr>
          <p:spPr>
            <a:xfrm>
              <a:off x="1900356" y="441860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6" name="path 296"/>
            <p:cNvSpPr/>
            <p:nvPr/>
          </p:nvSpPr>
          <p:spPr>
            <a:xfrm>
              <a:off x="2092750" y="348424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8" name="path 298"/>
            <p:cNvSpPr/>
            <p:nvPr/>
          </p:nvSpPr>
          <p:spPr>
            <a:xfrm>
              <a:off x="2083225" y="340111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0" name="path 300"/>
            <p:cNvSpPr/>
            <p:nvPr/>
          </p:nvSpPr>
          <p:spPr>
            <a:xfrm>
              <a:off x="1727013" y="900375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1"/>
                  </a:lnTo>
                  <a:lnTo>
                    <a:pt x="287" y="0"/>
                  </a:lnTo>
                  <a:lnTo>
                    <a:pt x="0" y="165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2" name="path 302"/>
            <p:cNvSpPr/>
            <p:nvPr/>
          </p:nvSpPr>
          <p:spPr>
            <a:xfrm>
              <a:off x="1717488" y="892119"/>
              <a:ext cx="201449" cy="471610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4"/>
                  </a:lnTo>
                  <a:lnTo>
                    <a:pt x="302" y="13"/>
                  </a:lnTo>
                  <a:lnTo>
                    <a:pt x="15" y="178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4" name="path 304"/>
            <p:cNvSpPr/>
            <p:nvPr/>
          </p:nvSpPr>
          <p:spPr>
            <a:xfrm>
              <a:off x="1909881" y="793673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6" name="path 306"/>
            <p:cNvSpPr/>
            <p:nvPr/>
          </p:nvSpPr>
          <p:spPr>
            <a:xfrm>
              <a:off x="1900356" y="785360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8" name="path 308"/>
            <p:cNvSpPr/>
            <p:nvPr/>
          </p:nvSpPr>
          <p:spPr>
            <a:xfrm>
              <a:off x="2092750" y="691924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0" name="path 310"/>
            <p:cNvSpPr/>
            <p:nvPr/>
          </p:nvSpPr>
          <p:spPr>
            <a:xfrm>
              <a:off x="2083225" y="683611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2" name="path 312"/>
            <p:cNvSpPr/>
            <p:nvPr/>
          </p:nvSpPr>
          <p:spPr>
            <a:xfrm>
              <a:off x="1727013" y="1245825"/>
              <a:ext cx="182399" cy="455099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1"/>
                  </a:lnTo>
                  <a:lnTo>
                    <a:pt x="287" y="0"/>
                  </a:lnTo>
                  <a:lnTo>
                    <a:pt x="0" y="165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4" name="path 314"/>
            <p:cNvSpPr/>
            <p:nvPr/>
          </p:nvSpPr>
          <p:spPr>
            <a:xfrm>
              <a:off x="1717488" y="1237569"/>
              <a:ext cx="201449" cy="471610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4"/>
                  </a:lnTo>
                  <a:lnTo>
                    <a:pt x="302" y="13"/>
                  </a:lnTo>
                  <a:lnTo>
                    <a:pt x="15" y="178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6" name="path 316"/>
            <p:cNvSpPr/>
            <p:nvPr/>
          </p:nvSpPr>
          <p:spPr>
            <a:xfrm>
              <a:off x="1909881" y="1139123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8" name="path 318"/>
            <p:cNvSpPr/>
            <p:nvPr/>
          </p:nvSpPr>
          <p:spPr>
            <a:xfrm>
              <a:off x="1900356" y="1130810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0" name="path 320"/>
            <p:cNvSpPr/>
            <p:nvPr/>
          </p:nvSpPr>
          <p:spPr>
            <a:xfrm>
              <a:off x="2092750" y="1037374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2" name="path 322"/>
            <p:cNvSpPr/>
            <p:nvPr/>
          </p:nvSpPr>
          <p:spPr>
            <a:xfrm>
              <a:off x="2083225" y="1029061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24" name="textbox 324"/>
          <p:cNvSpPr/>
          <p:nvPr/>
        </p:nvSpPr>
        <p:spPr>
          <a:xfrm>
            <a:off x="388016" y="620920"/>
            <a:ext cx="3851909" cy="1037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600" b="1" kern="0" spc="-13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467"/>
              </a:lnSpc>
              <a:spcBef>
                <a:spcPts val="5"/>
              </a:spcBef>
              <a:tabLst/>
            </a:pPr>
            <a:r>
              <a:rPr sz="1800" kern="0" spc="1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800" kern="0" spc="1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dimensional</a:t>
            </a:r>
            <a:r>
              <a:rPr sz="1800" kern="0" spc="1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matrix</a:t>
            </a:r>
            <a:r>
              <a:rPr sz="1800" kern="0" spc="1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(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array</a:t>
            </a:r>
            <a:r>
              <a:rPr sz="1800" kern="0" spc="1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326" name="table 326"/>
          <p:cNvGraphicFramePr>
            <a:graphicFrameLocks noGrp="1"/>
          </p:cNvGraphicFramePr>
          <p:nvPr/>
        </p:nvGraphicFramePr>
        <p:xfrm>
          <a:off x="3429425" y="2519700"/>
          <a:ext cx="1736089" cy="1049019"/>
        </p:xfrm>
        <a:graphic>
          <a:graphicData uri="http://schemas.openxmlformats.org/drawingml/2006/table">
            <a:tbl>
              <a:tblPr/>
              <a:tblGrid>
                <a:gridCol w="352425"/>
                <a:gridCol w="343534"/>
                <a:gridCol w="343534"/>
                <a:gridCol w="343534"/>
                <a:gridCol w="353059"/>
              </a:tblGrid>
              <a:tr h="352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  <a:tr h="343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  <a:tr h="353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</a:tbl>
          </a:graphicData>
        </a:graphic>
      </p:graphicFrame>
      <p:sp>
        <p:nvSpPr>
          <p:cNvPr id="328" name="textbox 328"/>
          <p:cNvSpPr/>
          <p:nvPr/>
        </p:nvSpPr>
        <p:spPr>
          <a:xfrm>
            <a:off x="1172560" y="4403395"/>
            <a:ext cx="6268720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30"/>
              </a:lnSpc>
              <a:tabLst/>
            </a:pP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1-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baseline="-373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2-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baseline="-373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2400" kern="0" spc="30" baseline="11459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3-</a:t>
            </a:r>
            <a:r>
              <a:rPr sz="2400" kern="0" spc="0" baseline="11459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baseline="11459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</a:t>
            </a:r>
            <a:endParaRPr sz="2400" baseline="11459" dirty="0">
              <a:latin typeface="Arial"/>
              <a:ea typeface="Arial"/>
              <a:cs typeface="Arial"/>
            </a:endParaRPr>
          </a:p>
        </p:txBody>
      </p:sp>
      <p:sp>
        <p:nvSpPr>
          <p:cNvPr id="330" name="rect 330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32" name="table 332"/>
          <p:cNvGraphicFramePr>
            <a:graphicFrameLocks noGrp="1"/>
          </p:cNvGraphicFramePr>
          <p:nvPr/>
        </p:nvGraphicFramePr>
        <p:xfrm>
          <a:off x="795937" y="2863200"/>
          <a:ext cx="1736089" cy="361950"/>
        </p:xfrm>
        <a:graphic>
          <a:graphicData uri="http://schemas.openxmlformats.org/drawingml/2006/table">
            <a:tbl>
              <a:tblPr/>
              <a:tblGrid>
                <a:gridCol w="353059"/>
                <a:gridCol w="342900"/>
                <a:gridCol w="343534"/>
                <a:gridCol w="343534"/>
                <a:gridCol w="353059"/>
              </a:tblGrid>
              <a:tr h="361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" name="table 334"/>
          <p:cNvGraphicFramePr>
            <a:graphicFrameLocks noGrp="1"/>
          </p:cNvGraphicFramePr>
          <p:nvPr/>
        </p:nvGraphicFramePr>
        <p:xfrm>
          <a:off x="627337" y="1698349"/>
          <a:ext cx="7889239" cy="1746250"/>
        </p:xfrm>
        <a:graphic>
          <a:graphicData uri="http://schemas.openxmlformats.org/drawingml/2006/table">
            <a:tbl>
              <a:tblPr/>
              <a:tblGrid>
                <a:gridCol w="2631439"/>
                <a:gridCol w="2626360"/>
                <a:gridCol w="2631439"/>
              </a:tblGrid>
              <a:tr h="4616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7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Data type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ts val="237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dtype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7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tensor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964" algn="l" rtl="0" eaLnBrk="0">
                        <a:lnSpc>
                          <a:spcPts val="237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32-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bit</a:t>
                      </a:r>
                      <a:r>
                        <a:rPr sz="18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ﬂ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oating</a:t>
                      </a:r>
                      <a:r>
                        <a:rPr sz="18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point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ts val="2246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torch.flo</a:t>
                      </a: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at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ts val="2246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torch.FloatTensor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504" algn="l" rtl="0" eaLnBrk="0">
                        <a:lnSpc>
                          <a:spcPts val="237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64-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bit</a:t>
                      </a:r>
                      <a:r>
                        <a:rPr sz="1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integer</a:t>
                      </a:r>
                      <a:r>
                        <a:rPr sz="1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(</a:t>
                      </a: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signed</a:t>
                      </a:r>
                      <a:r>
                        <a:rPr sz="1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ct val="9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torch.long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ct val="9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torch.LongTensor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6" name="textbox 336"/>
          <p:cNvSpPr/>
          <p:nvPr/>
        </p:nvSpPr>
        <p:spPr>
          <a:xfrm>
            <a:off x="388016" y="616393"/>
            <a:ext cx="2760979" cy="415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070"/>
              </a:lnSpc>
              <a:tabLst/>
            </a:pPr>
            <a:r>
              <a:rPr sz="25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 -- Data Type</a:t>
            </a:r>
            <a:endParaRPr sz="2500" dirty="0">
              <a:latin typeface="Arial"/>
              <a:ea typeface="Arial"/>
              <a:cs typeface="Arial"/>
            </a:endParaRPr>
          </a:p>
        </p:txBody>
      </p:sp>
      <p:sp>
        <p:nvSpPr>
          <p:cNvPr id="338" name="textbox 338"/>
          <p:cNvSpPr/>
          <p:nvPr/>
        </p:nvSpPr>
        <p:spPr>
          <a:xfrm>
            <a:off x="4531290" y="4596531"/>
            <a:ext cx="4032884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2000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ref: </a:t>
            </a:r>
            <a:r>
              <a:rPr sz="1400" u="sng" kern="0" spc="5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https://pytorch.org/docs/stable/tensors</a:t>
            </a:r>
            <a:r>
              <a:rPr sz="1400" u="sng" kern="0" spc="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.html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340" name="rect 340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box 342"/>
          <p:cNvSpPr/>
          <p:nvPr/>
        </p:nvSpPr>
        <p:spPr>
          <a:xfrm>
            <a:off x="1316818" y="4111947"/>
            <a:ext cx="6849744" cy="731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17"/>
              </a:lnSpc>
              <a:tabLst/>
            </a:pPr>
            <a:r>
              <a:rPr sz="2100" b="1" kern="0" spc="0" baseline="-4926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</a:t>
            </a:r>
            <a:r>
              <a:rPr sz="1300" b="1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30" baseline="-4926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1300" b="1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1300" b="1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</a:t>
            </a:r>
            <a:r>
              <a:rPr sz="1400" b="1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0   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</a:t>
            </a:r>
            <a:r>
              <a:rPr sz="1400" b="1" kern="0" spc="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                           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</a:t>
            </a:r>
            <a:r>
              <a:rPr sz="1400" b="1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0   </a:t>
            </a:r>
            <a:r>
              <a:rPr sz="2100" b="1" kern="0" spc="0" baseline="14916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</a:t>
            </a:r>
            <a:r>
              <a:rPr sz="1300" b="1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20" baseline="14916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300" b="1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</a:t>
            </a:r>
            <a:r>
              <a:rPr sz="1400" b="1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</a:t>
            </a: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193164" algn="l" rtl="0" eaLnBrk="0">
              <a:lnSpc>
                <a:spcPts val="2370"/>
              </a:lnSpc>
              <a:spcBef>
                <a:spcPts val="2"/>
              </a:spcBef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Note: </a:t>
            </a:r>
            <a:r>
              <a:rPr sz="1800" b="1" kern="0" spc="-4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dim</a:t>
            </a:r>
            <a:r>
              <a:rPr sz="1800" b="1" kern="0" spc="-41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PyTorch 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==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b="1" kern="0" spc="-4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axis</a:t>
            </a:r>
            <a:r>
              <a:rPr sz="1800" b="1" kern="0" spc="-47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NumPy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344" name="textbox 344"/>
          <p:cNvSpPr/>
          <p:nvPr/>
        </p:nvSpPr>
        <p:spPr>
          <a:xfrm>
            <a:off x="388016" y="497887"/>
            <a:ext cx="3778250" cy="553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5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 --Shape of</a:t>
            </a:r>
            <a:r>
              <a:rPr sz="2500" b="1" kern="0" spc="-24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Tensors</a:t>
            </a:r>
            <a:endParaRPr sz="2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346" name="table 346"/>
          <p:cNvGraphicFramePr>
            <a:graphicFrameLocks noGrp="1"/>
          </p:cNvGraphicFramePr>
          <p:nvPr/>
        </p:nvGraphicFramePr>
        <p:xfrm>
          <a:off x="3429412" y="1701150"/>
          <a:ext cx="1736090" cy="1049020"/>
        </p:xfrm>
        <a:graphic>
          <a:graphicData uri="http://schemas.openxmlformats.org/drawingml/2006/table">
            <a:tbl>
              <a:tblPr/>
              <a:tblGrid>
                <a:gridCol w="352425"/>
                <a:gridCol w="343534"/>
                <a:gridCol w="343534"/>
                <a:gridCol w="343534"/>
                <a:gridCol w="353059"/>
              </a:tblGrid>
              <a:tr h="352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  <a:tr h="343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  <a:tr h="353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</a:tbl>
          </a:graphicData>
        </a:graphic>
      </p:graphicFrame>
      <p:grpSp>
        <p:nvGrpSpPr>
          <p:cNvPr id="26" name="group 26"/>
          <p:cNvGrpSpPr/>
          <p:nvPr/>
        </p:nvGrpSpPr>
        <p:grpSpPr>
          <a:xfrm rot="21600000">
            <a:off x="6062900" y="1142100"/>
            <a:ext cx="2285150" cy="701530"/>
            <a:chOff x="0" y="0"/>
            <a:chExt cx="2285150" cy="701530"/>
          </a:xfrm>
        </p:grpSpPr>
        <p:sp>
          <p:nvSpPr>
            <p:cNvPr id="348" name="path 348"/>
            <p:cNvSpPr/>
            <p:nvPr/>
          </p:nvSpPr>
          <p:spPr>
            <a:xfrm>
              <a:off x="9525" y="3249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0" name="path 350"/>
            <p:cNvSpPr/>
            <p:nvPr/>
          </p:nvSpPr>
          <p:spPr>
            <a:xfrm>
              <a:off x="0" y="315450"/>
              <a:ext cx="362549" cy="353024"/>
            </a:xfrm>
            <a:custGeom>
              <a:avLst/>
              <a:gdLst/>
              <a:ahLst/>
              <a:cxnLst/>
              <a:rect l="0" t="0" r="0" b="0"/>
              <a:pathLst>
                <a:path w="570" h="555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moveTo>
                    <a:pt x="15" y="555"/>
                  </a:moveTo>
                  <a:lnTo>
                    <a:pt x="15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2" name="path 352"/>
            <p:cNvSpPr/>
            <p:nvPr/>
          </p:nvSpPr>
          <p:spPr>
            <a:xfrm>
              <a:off x="353024" y="3249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4" name="path 354"/>
            <p:cNvSpPr/>
            <p:nvPr/>
          </p:nvSpPr>
          <p:spPr>
            <a:xfrm>
              <a:off x="343499" y="315450"/>
              <a:ext cx="362549" cy="353024"/>
            </a:xfrm>
            <a:custGeom>
              <a:avLst/>
              <a:gdLst/>
              <a:ahLst/>
              <a:cxnLst/>
              <a:rect l="0" t="0" r="0" b="0"/>
              <a:pathLst>
                <a:path w="570" h="555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moveTo>
                    <a:pt x="15" y="555"/>
                  </a:moveTo>
                  <a:lnTo>
                    <a:pt x="15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6" name="path 356"/>
            <p:cNvSpPr/>
            <p:nvPr/>
          </p:nvSpPr>
          <p:spPr>
            <a:xfrm>
              <a:off x="696524" y="324975"/>
              <a:ext cx="343500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8" name="path 358"/>
            <p:cNvSpPr/>
            <p:nvPr/>
          </p:nvSpPr>
          <p:spPr>
            <a:xfrm>
              <a:off x="686999" y="315450"/>
              <a:ext cx="362550" cy="353024"/>
            </a:xfrm>
            <a:custGeom>
              <a:avLst/>
              <a:gdLst/>
              <a:ahLst/>
              <a:cxnLst/>
              <a:rect l="0" t="0" r="0" b="0"/>
              <a:pathLst>
                <a:path w="570" h="555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moveTo>
                    <a:pt x="15" y="555"/>
                  </a:moveTo>
                  <a:lnTo>
                    <a:pt x="15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0" name="path 360"/>
            <p:cNvSpPr/>
            <p:nvPr/>
          </p:nvSpPr>
          <p:spPr>
            <a:xfrm>
              <a:off x="1040025" y="3249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2" name="path 362"/>
            <p:cNvSpPr/>
            <p:nvPr/>
          </p:nvSpPr>
          <p:spPr>
            <a:xfrm>
              <a:off x="1030500" y="315450"/>
              <a:ext cx="362549" cy="353024"/>
            </a:xfrm>
            <a:custGeom>
              <a:avLst/>
              <a:gdLst/>
              <a:ahLst/>
              <a:cxnLst/>
              <a:rect l="0" t="0" r="0" b="0"/>
              <a:pathLst>
                <a:path w="570" h="555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moveTo>
                    <a:pt x="15" y="555"/>
                  </a:moveTo>
                  <a:lnTo>
                    <a:pt x="15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4" name="path 364"/>
            <p:cNvSpPr/>
            <p:nvPr/>
          </p:nvSpPr>
          <p:spPr>
            <a:xfrm>
              <a:off x="1383525" y="324975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6" name="path 366"/>
            <p:cNvSpPr/>
            <p:nvPr/>
          </p:nvSpPr>
          <p:spPr>
            <a:xfrm>
              <a:off x="1374000" y="315450"/>
              <a:ext cx="362549" cy="353024"/>
            </a:xfrm>
            <a:custGeom>
              <a:avLst/>
              <a:gdLst/>
              <a:ahLst/>
              <a:cxnLst/>
              <a:rect l="0" t="0" r="0" b="0"/>
              <a:pathLst>
                <a:path w="570" h="555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moveTo>
                    <a:pt x="15" y="555"/>
                  </a:moveTo>
                  <a:lnTo>
                    <a:pt x="15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8" name="path 368"/>
            <p:cNvSpPr/>
            <p:nvPr/>
          </p:nvSpPr>
          <p:spPr>
            <a:xfrm>
              <a:off x="9525" y="220024"/>
              <a:ext cx="520499" cy="105000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70" name="path 370"/>
            <p:cNvSpPr/>
            <p:nvPr/>
          </p:nvSpPr>
          <p:spPr>
            <a:xfrm>
              <a:off x="4856" y="210499"/>
              <a:ext cx="529835" cy="124050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72" name="path 372"/>
            <p:cNvSpPr/>
            <p:nvPr/>
          </p:nvSpPr>
          <p:spPr>
            <a:xfrm>
              <a:off x="353024" y="219974"/>
              <a:ext cx="520499" cy="105000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74" name="path 374"/>
            <p:cNvSpPr/>
            <p:nvPr/>
          </p:nvSpPr>
          <p:spPr>
            <a:xfrm>
              <a:off x="348356" y="210449"/>
              <a:ext cx="529835" cy="124050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76" name="path 376"/>
            <p:cNvSpPr/>
            <p:nvPr/>
          </p:nvSpPr>
          <p:spPr>
            <a:xfrm>
              <a:off x="696524" y="219974"/>
              <a:ext cx="520500" cy="105000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78" name="path 378"/>
            <p:cNvSpPr/>
            <p:nvPr/>
          </p:nvSpPr>
          <p:spPr>
            <a:xfrm>
              <a:off x="691856" y="210449"/>
              <a:ext cx="529835" cy="124050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0" name="path 380"/>
            <p:cNvSpPr/>
            <p:nvPr/>
          </p:nvSpPr>
          <p:spPr>
            <a:xfrm>
              <a:off x="1040025" y="219924"/>
              <a:ext cx="520499" cy="105000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2" name="path 382"/>
            <p:cNvSpPr/>
            <p:nvPr/>
          </p:nvSpPr>
          <p:spPr>
            <a:xfrm>
              <a:off x="1035356" y="210399"/>
              <a:ext cx="529836" cy="124050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4" name="path 384"/>
            <p:cNvSpPr/>
            <p:nvPr/>
          </p:nvSpPr>
          <p:spPr>
            <a:xfrm>
              <a:off x="1383525" y="219974"/>
              <a:ext cx="520500" cy="105000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6" name="path 386"/>
            <p:cNvSpPr/>
            <p:nvPr/>
          </p:nvSpPr>
          <p:spPr>
            <a:xfrm>
              <a:off x="1378856" y="210449"/>
              <a:ext cx="529836" cy="124050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88" name="path 388"/>
            <p:cNvSpPr/>
            <p:nvPr/>
          </p:nvSpPr>
          <p:spPr>
            <a:xfrm>
              <a:off x="195324" y="114874"/>
              <a:ext cx="520500" cy="105000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0" name="path 390"/>
            <p:cNvSpPr/>
            <p:nvPr/>
          </p:nvSpPr>
          <p:spPr>
            <a:xfrm>
              <a:off x="190656" y="105349"/>
              <a:ext cx="529836" cy="124050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2" name="path 392"/>
            <p:cNvSpPr/>
            <p:nvPr/>
          </p:nvSpPr>
          <p:spPr>
            <a:xfrm>
              <a:off x="538824" y="114824"/>
              <a:ext cx="520500" cy="105000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4" name="path 394"/>
            <p:cNvSpPr/>
            <p:nvPr/>
          </p:nvSpPr>
          <p:spPr>
            <a:xfrm>
              <a:off x="534156" y="105299"/>
              <a:ext cx="529835" cy="124050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6" name="path 396"/>
            <p:cNvSpPr/>
            <p:nvPr/>
          </p:nvSpPr>
          <p:spPr>
            <a:xfrm>
              <a:off x="882324" y="114824"/>
              <a:ext cx="520500" cy="105000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8" name="path 398"/>
            <p:cNvSpPr/>
            <p:nvPr/>
          </p:nvSpPr>
          <p:spPr>
            <a:xfrm>
              <a:off x="877656" y="105299"/>
              <a:ext cx="529835" cy="124050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0" name="path 400"/>
            <p:cNvSpPr/>
            <p:nvPr/>
          </p:nvSpPr>
          <p:spPr>
            <a:xfrm>
              <a:off x="1225824" y="114774"/>
              <a:ext cx="520500" cy="105000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2" name="path 402"/>
            <p:cNvSpPr/>
            <p:nvPr/>
          </p:nvSpPr>
          <p:spPr>
            <a:xfrm>
              <a:off x="1221156" y="105249"/>
              <a:ext cx="529835" cy="124050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4" name="path 404"/>
            <p:cNvSpPr/>
            <p:nvPr/>
          </p:nvSpPr>
          <p:spPr>
            <a:xfrm>
              <a:off x="1569324" y="114824"/>
              <a:ext cx="520500" cy="105000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6" name="path 406"/>
            <p:cNvSpPr/>
            <p:nvPr/>
          </p:nvSpPr>
          <p:spPr>
            <a:xfrm>
              <a:off x="1564656" y="105299"/>
              <a:ext cx="529835" cy="124050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8" name="path 408"/>
            <p:cNvSpPr/>
            <p:nvPr/>
          </p:nvSpPr>
          <p:spPr>
            <a:xfrm>
              <a:off x="381124" y="9624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0" name="path 410"/>
            <p:cNvSpPr/>
            <p:nvPr/>
          </p:nvSpPr>
          <p:spPr>
            <a:xfrm>
              <a:off x="376456" y="99"/>
              <a:ext cx="529836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2" name="path 412"/>
            <p:cNvSpPr/>
            <p:nvPr/>
          </p:nvSpPr>
          <p:spPr>
            <a:xfrm>
              <a:off x="724625" y="9574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4" name="path 414"/>
            <p:cNvSpPr/>
            <p:nvPr/>
          </p:nvSpPr>
          <p:spPr>
            <a:xfrm>
              <a:off x="719957" y="49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6" name="path 416"/>
            <p:cNvSpPr/>
            <p:nvPr/>
          </p:nvSpPr>
          <p:spPr>
            <a:xfrm>
              <a:off x="1068125" y="9574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8" name="path 418"/>
            <p:cNvSpPr/>
            <p:nvPr/>
          </p:nvSpPr>
          <p:spPr>
            <a:xfrm>
              <a:off x="1063457" y="49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0" name="path 420"/>
            <p:cNvSpPr/>
            <p:nvPr/>
          </p:nvSpPr>
          <p:spPr>
            <a:xfrm>
              <a:off x="1411625" y="952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2" name="path 422"/>
            <p:cNvSpPr/>
            <p:nvPr/>
          </p:nvSpPr>
          <p:spPr>
            <a:xfrm>
              <a:off x="1406957" y="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4" name="path 424"/>
            <p:cNvSpPr/>
            <p:nvPr/>
          </p:nvSpPr>
          <p:spPr>
            <a:xfrm>
              <a:off x="1755125" y="9574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6" name="path 426"/>
            <p:cNvSpPr/>
            <p:nvPr/>
          </p:nvSpPr>
          <p:spPr>
            <a:xfrm>
              <a:off x="1750457" y="49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28" name="path 428"/>
            <p:cNvSpPr/>
            <p:nvPr/>
          </p:nvSpPr>
          <p:spPr>
            <a:xfrm>
              <a:off x="1727487" y="218199"/>
              <a:ext cx="182400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1"/>
                  </a:lnTo>
                  <a:lnTo>
                    <a:pt x="287" y="0"/>
                  </a:lnTo>
                  <a:lnTo>
                    <a:pt x="0" y="165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30" name="path 430"/>
            <p:cNvSpPr/>
            <p:nvPr/>
          </p:nvSpPr>
          <p:spPr>
            <a:xfrm>
              <a:off x="1717962" y="209944"/>
              <a:ext cx="201450" cy="463355"/>
            </a:xfrm>
            <a:custGeom>
              <a:avLst/>
              <a:gdLst/>
              <a:ahLst/>
              <a:cxnLst/>
              <a:rect l="0" t="0" r="0" b="0"/>
              <a:pathLst>
                <a:path w="317" h="729">
                  <a:moveTo>
                    <a:pt x="302" y="564"/>
                  </a:moveTo>
                  <a:lnTo>
                    <a:pt x="302" y="13"/>
                  </a:lnTo>
                  <a:lnTo>
                    <a:pt x="15" y="178"/>
                  </a:lnTo>
                  <a:lnTo>
                    <a:pt x="15" y="729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32" name="path 432"/>
            <p:cNvSpPr/>
            <p:nvPr/>
          </p:nvSpPr>
          <p:spPr>
            <a:xfrm>
              <a:off x="1910355" y="111498"/>
              <a:ext cx="182400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34" name="path 434"/>
            <p:cNvSpPr/>
            <p:nvPr/>
          </p:nvSpPr>
          <p:spPr>
            <a:xfrm>
              <a:off x="1900830" y="103185"/>
              <a:ext cx="201450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36" name="path 436"/>
            <p:cNvSpPr/>
            <p:nvPr/>
          </p:nvSpPr>
          <p:spPr>
            <a:xfrm>
              <a:off x="2093224" y="9749"/>
              <a:ext cx="182400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38" name="path 438"/>
            <p:cNvSpPr/>
            <p:nvPr/>
          </p:nvSpPr>
          <p:spPr>
            <a:xfrm>
              <a:off x="1905232" y="1436"/>
              <a:ext cx="379917" cy="700094"/>
            </a:xfrm>
            <a:custGeom>
              <a:avLst/>
              <a:gdLst/>
              <a:ahLst/>
              <a:cxnLst/>
              <a:rect l="0" t="0" r="0" b="0"/>
              <a:pathLst>
                <a:path w="598" h="1102">
                  <a:moveTo>
                    <a:pt x="296" y="729"/>
                  </a:moveTo>
                  <a:lnTo>
                    <a:pt x="583" y="569"/>
                  </a:lnTo>
                  <a:lnTo>
                    <a:pt x="583" y="13"/>
                  </a:lnTo>
                  <a:lnTo>
                    <a:pt x="296" y="173"/>
                  </a:lnTo>
                  <a:lnTo>
                    <a:pt x="296" y="729"/>
                  </a:lnTo>
                  <a:close/>
                  <a:moveTo>
                    <a:pt x="294" y="706"/>
                  </a:moveTo>
                  <a:lnTo>
                    <a:pt x="7" y="867"/>
                  </a:lnTo>
                  <a:moveTo>
                    <a:pt x="582" y="1102"/>
                  </a:moveTo>
                  <a:lnTo>
                    <a:pt x="582" y="546"/>
                  </a:lnTo>
                  <a:lnTo>
                    <a:pt x="295" y="707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40" name="path 440"/>
          <p:cNvSpPr/>
          <p:nvPr/>
        </p:nvSpPr>
        <p:spPr>
          <a:xfrm>
            <a:off x="7785637" y="1702169"/>
            <a:ext cx="191902" cy="121485"/>
          </a:xfrm>
          <a:custGeom>
            <a:avLst/>
            <a:gdLst/>
            <a:ahLst/>
            <a:cxnLst/>
            <a:rect l="0" t="0" r="0" b="0"/>
            <a:pathLst>
              <a:path w="302" h="191">
                <a:moveTo>
                  <a:pt x="7" y="178"/>
                </a:moveTo>
                <a:lnTo>
                  <a:pt x="294" y="13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42" name="table 442"/>
          <p:cNvGraphicFramePr>
            <a:graphicFrameLocks noGrp="1"/>
          </p:cNvGraphicFramePr>
          <p:nvPr/>
        </p:nvGraphicFramePr>
        <p:xfrm>
          <a:off x="6062900" y="1801050"/>
          <a:ext cx="1736089" cy="1049020"/>
        </p:xfrm>
        <a:graphic>
          <a:graphicData uri="http://schemas.openxmlformats.org/drawingml/2006/table">
            <a:tbl>
              <a:tblPr/>
              <a:tblGrid>
                <a:gridCol w="353059"/>
                <a:gridCol w="342900"/>
                <a:gridCol w="343534"/>
                <a:gridCol w="343534"/>
                <a:gridCol w="353059"/>
              </a:tblGrid>
              <a:tr h="352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  <a:tr h="343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  <a:tr h="353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</a:tbl>
          </a:graphicData>
        </a:graphic>
      </p:graphicFrame>
      <p:grpSp>
        <p:nvGrpSpPr>
          <p:cNvPr id="28" name="group 28"/>
          <p:cNvGrpSpPr/>
          <p:nvPr/>
        </p:nvGrpSpPr>
        <p:grpSpPr>
          <a:xfrm rot="21600000">
            <a:off x="2485712" y="2485712"/>
            <a:ext cx="4388935" cy="1590401"/>
            <a:chOff x="0" y="0"/>
            <a:chExt cx="4388935" cy="1590401"/>
          </a:xfrm>
        </p:grpSpPr>
        <p:sp>
          <p:nvSpPr>
            <p:cNvPr id="444" name="path 444"/>
            <p:cNvSpPr/>
            <p:nvPr/>
          </p:nvSpPr>
          <p:spPr>
            <a:xfrm>
              <a:off x="1485952" y="1256540"/>
              <a:ext cx="98436" cy="323918"/>
            </a:xfrm>
            <a:custGeom>
              <a:avLst/>
              <a:gdLst/>
              <a:ahLst/>
              <a:cxnLst/>
              <a:rect l="0" t="0" r="0" b="0"/>
              <a:pathLst>
                <a:path w="155" h="510">
                  <a:moveTo>
                    <a:pt x="21" y="505"/>
                  </a:moveTo>
                  <a:lnTo>
                    <a:pt x="133" y="4"/>
                  </a:lnTo>
                </a:path>
              </a:pathLst>
            </a:custGeom>
            <a:noFill/>
            <a:ln w="28575" cap="flat">
              <a:solidFill>
                <a:srgbClr val="FF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46" name="path 446"/>
            <p:cNvSpPr/>
            <p:nvPr/>
          </p:nvSpPr>
          <p:spPr>
            <a:xfrm>
              <a:off x="0" y="0"/>
              <a:ext cx="1630804" cy="1284153"/>
            </a:xfrm>
            <a:custGeom>
              <a:avLst/>
              <a:gdLst/>
              <a:ahLst/>
              <a:cxnLst/>
              <a:rect l="0" t="0" r="0" b="0"/>
              <a:pathLst>
                <a:path w="2568" h="2022">
                  <a:moveTo>
                    <a:pt x="2545" y="1999"/>
                  </a:moveTo>
                  <a:lnTo>
                    <a:pt x="2517" y="1784"/>
                  </a:lnTo>
                  <a:lnTo>
                    <a:pt x="2400" y="1967"/>
                  </a:lnTo>
                  <a:lnTo>
                    <a:pt x="2545" y="1999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w="28575" cap="flat">
              <a:solidFill>
                <a:srgbClr val="FF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48" name="path 448"/>
            <p:cNvSpPr/>
            <p:nvPr/>
          </p:nvSpPr>
          <p:spPr>
            <a:xfrm>
              <a:off x="2043834" y="1265028"/>
              <a:ext cx="104939" cy="315799"/>
            </a:xfrm>
            <a:custGeom>
              <a:avLst/>
              <a:gdLst/>
              <a:ahLst/>
              <a:cxnLst/>
              <a:rect l="0" t="0" r="0" b="0"/>
              <a:pathLst>
                <a:path w="165" h="497">
                  <a:moveTo>
                    <a:pt x="143" y="491"/>
                  </a:moveTo>
                  <a:lnTo>
                    <a:pt x="21" y="5"/>
                  </a:lnTo>
                </a:path>
              </a:pathLst>
            </a:custGeom>
            <a:noFill/>
            <a:ln w="28575" cap="flat">
              <a:solidFill>
                <a:srgbClr val="FF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50" name="path 450"/>
            <p:cNvSpPr/>
            <p:nvPr/>
          </p:nvSpPr>
          <p:spPr>
            <a:xfrm>
              <a:off x="0" y="0"/>
              <a:ext cx="2117772" cy="1294227"/>
            </a:xfrm>
            <a:custGeom>
              <a:avLst/>
              <a:gdLst/>
              <a:ahLst/>
              <a:cxnLst/>
              <a:rect l="0" t="0" r="0" b="0"/>
              <a:pathLst>
                <a:path w="3335" h="2038">
                  <a:moveTo>
                    <a:pt x="3312" y="1979"/>
                  </a:moveTo>
                  <a:lnTo>
                    <a:pt x="3190" y="1799"/>
                  </a:lnTo>
                  <a:lnTo>
                    <a:pt x="3168" y="2015"/>
                  </a:lnTo>
                  <a:lnTo>
                    <a:pt x="3312" y="1979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w="28575" cap="flat">
              <a:solidFill>
                <a:srgbClr val="FF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52" name="path 452"/>
            <p:cNvSpPr/>
            <p:nvPr/>
          </p:nvSpPr>
          <p:spPr>
            <a:xfrm>
              <a:off x="4063423" y="1245147"/>
              <a:ext cx="249583" cy="345253"/>
            </a:xfrm>
            <a:custGeom>
              <a:avLst/>
              <a:gdLst/>
              <a:ahLst/>
              <a:cxnLst/>
              <a:rect l="0" t="0" r="0" b="0"/>
              <a:pathLst>
                <a:path w="393" h="543">
                  <a:moveTo>
                    <a:pt x="18" y="530"/>
                  </a:moveTo>
                  <a:lnTo>
                    <a:pt x="374" y="12"/>
                  </a:lnTo>
                </a:path>
              </a:pathLst>
            </a:custGeom>
            <a:noFill/>
            <a:ln w="28575" cap="flat">
              <a:solidFill>
                <a:srgbClr val="FF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54" name="path 454"/>
            <p:cNvSpPr/>
            <p:nvPr/>
          </p:nvSpPr>
          <p:spPr>
            <a:xfrm>
              <a:off x="0" y="0"/>
              <a:ext cx="4388935" cy="1294246"/>
            </a:xfrm>
            <a:custGeom>
              <a:avLst/>
              <a:gdLst/>
              <a:ahLst/>
              <a:cxnLst/>
              <a:rect l="0" t="0" r="0" b="0"/>
              <a:pathLst>
                <a:path w="6911" h="2038">
                  <a:moveTo>
                    <a:pt x="6834" y="2015"/>
                  </a:moveTo>
                  <a:lnTo>
                    <a:pt x="6889" y="1805"/>
                  </a:lnTo>
                  <a:lnTo>
                    <a:pt x="6712" y="1931"/>
                  </a:lnTo>
                  <a:lnTo>
                    <a:pt x="6834" y="2015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w="28575" cap="flat">
              <a:solidFill>
                <a:srgbClr val="FF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56" name="rect 456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7785162" y="1490524"/>
            <a:ext cx="562412" cy="1360755"/>
            <a:chOff x="0" y="0"/>
            <a:chExt cx="562412" cy="1360755"/>
          </a:xfrm>
        </p:grpSpPr>
        <p:sp>
          <p:nvSpPr>
            <p:cNvPr id="458" name="path 458"/>
            <p:cNvSpPr/>
            <p:nvPr/>
          </p:nvSpPr>
          <p:spPr>
            <a:xfrm>
              <a:off x="4750" y="208450"/>
              <a:ext cx="182400" cy="455099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1"/>
                  </a:lnTo>
                  <a:lnTo>
                    <a:pt x="287" y="0"/>
                  </a:lnTo>
                  <a:lnTo>
                    <a:pt x="0" y="165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0" name="path 460"/>
            <p:cNvSpPr/>
            <p:nvPr/>
          </p:nvSpPr>
          <p:spPr>
            <a:xfrm>
              <a:off x="0" y="200194"/>
              <a:ext cx="196675" cy="471610"/>
            </a:xfrm>
            <a:custGeom>
              <a:avLst/>
              <a:gdLst/>
              <a:ahLst/>
              <a:cxnLst/>
              <a:rect l="0" t="0" r="0" b="0"/>
              <a:pathLst>
                <a:path w="309" h="742">
                  <a:moveTo>
                    <a:pt x="7" y="729"/>
                  </a:moveTo>
                  <a:lnTo>
                    <a:pt x="294" y="564"/>
                  </a:lnTo>
                  <a:lnTo>
                    <a:pt x="294" y="13"/>
                  </a:lnTo>
                  <a:lnTo>
                    <a:pt x="7" y="17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2" name="path 462"/>
            <p:cNvSpPr/>
            <p:nvPr/>
          </p:nvSpPr>
          <p:spPr>
            <a:xfrm>
              <a:off x="187618" y="101748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4" name="path 464"/>
            <p:cNvSpPr/>
            <p:nvPr/>
          </p:nvSpPr>
          <p:spPr>
            <a:xfrm>
              <a:off x="178093" y="101748"/>
              <a:ext cx="201449" cy="463413"/>
            </a:xfrm>
            <a:custGeom>
              <a:avLst/>
              <a:gdLst/>
              <a:ahLst/>
              <a:cxnLst/>
              <a:rect l="0" t="0" r="0" b="0"/>
              <a:pathLst>
                <a:path w="317" h="729">
                  <a:moveTo>
                    <a:pt x="15" y="716"/>
                  </a:moveTo>
                  <a:lnTo>
                    <a:pt x="302" y="556"/>
                  </a:lnTo>
                  <a:lnTo>
                    <a:pt x="302" y="0"/>
                  </a:lnTo>
                  <a:moveTo>
                    <a:pt x="15" y="160"/>
                  </a:moveTo>
                  <a:lnTo>
                    <a:pt x="15" y="716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6" name="path 466"/>
            <p:cNvSpPr/>
            <p:nvPr/>
          </p:nvSpPr>
          <p:spPr>
            <a:xfrm>
              <a:off x="370487" y="0"/>
              <a:ext cx="182399" cy="455099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68" name="path 468"/>
            <p:cNvSpPr/>
            <p:nvPr/>
          </p:nvSpPr>
          <p:spPr>
            <a:xfrm>
              <a:off x="360962" y="101994"/>
              <a:ext cx="196573" cy="361418"/>
            </a:xfrm>
            <a:custGeom>
              <a:avLst/>
              <a:gdLst/>
              <a:ahLst/>
              <a:cxnLst/>
              <a:rect l="0" t="0" r="0" b="0"/>
              <a:pathLst>
                <a:path w="309" h="569">
                  <a:moveTo>
                    <a:pt x="15" y="556"/>
                  </a:moveTo>
                  <a:lnTo>
                    <a:pt x="302" y="395"/>
                  </a:lnTo>
                  <a:moveTo>
                    <a:pt x="15" y="0"/>
                  </a:moveTo>
                  <a:lnTo>
                    <a:pt x="15" y="556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70" name="path 470"/>
            <p:cNvSpPr/>
            <p:nvPr/>
          </p:nvSpPr>
          <p:spPr>
            <a:xfrm>
              <a:off x="4750" y="551950"/>
              <a:ext cx="182400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1"/>
                  </a:lnTo>
                  <a:lnTo>
                    <a:pt x="287" y="0"/>
                  </a:lnTo>
                  <a:lnTo>
                    <a:pt x="0" y="165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72" name="path 472"/>
            <p:cNvSpPr/>
            <p:nvPr/>
          </p:nvSpPr>
          <p:spPr>
            <a:xfrm>
              <a:off x="0" y="543694"/>
              <a:ext cx="196675" cy="471610"/>
            </a:xfrm>
            <a:custGeom>
              <a:avLst/>
              <a:gdLst/>
              <a:ahLst/>
              <a:cxnLst/>
              <a:rect l="0" t="0" r="0" b="0"/>
              <a:pathLst>
                <a:path w="309" h="742">
                  <a:moveTo>
                    <a:pt x="7" y="729"/>
                  </a:moveTo>
                  <a:lnTo>
                    <a:pt x="294" y="564"/>
                  </a:lnTo>
                  <a:lnTo>
                    <a:pt x="294" y="13"/>
                  </a:lnTo>
                  <a:lnTo>
                    <a:pt x="7" y="17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74" name="path 474"/>
            <p:cNvSpPr/>
            <p:nvPr/>
          </p:nvSpPr>
          <p:spPr>
            <a:xfrm>
              <a:off x="187618" y="445248"/>
              <a:ext cx="182399" cy="455099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76" name="path 476"/>
            <p:cNvSpPr/>
            <p:nvPr/>
          </p:nvSpPr>
          <p:spPr>
            <a:xfrm>
              <a:off x="178093" y="436935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78" name="path 478"/>
            <p:cNvSpPr/>
            <p:nvPr/>
          </p:nvSpPr>
          <p:spPr>
            <a:xfrm>
              <a:off x="370487" y="343499"/>
              <a:ext cx="182399" cy="455099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0" name="path 480"/>
            <p:cNvSpPr/>
            <p:nvPr/>
          </p:nvSpPr>
          <p:spPr>
            <a:xfrm>
              <a:off x="360962" y="335186"/>
              <a:ext cx="201449" cy="471726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2" name="path 482"/>
            <p:cNvSpPr/>
            <p:nvPr/>
          </p:nvSpPr>
          <p:spPr>
            <a:xfrm>
              <a:off x="4750" y="897400"/>
              <a:ext cx="182400" cy="455099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1"/>
                  </a:lnTo>
                  <a:lnTo>
                    <a:pt x="287" y="0"/>
                  </a:lnTo>
                  <a:lnTo>
                    <a:pt x="0" y="165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4" name="path 484"/>
            <p:cNvSpPr/>
            <p:nvPr/>
          </p:nvSpPr>
          <p:spPr>
            <a:xfrm>
              <a:off x="0" y="889144"/>
              <a:ext cx="196675" cy="471610"/>
            </a:xfrm>
            <a:custGeom>
              <a:avLst/>
              <a:gdLst/>
              <a:ahLst/>
              <a:cxnLst/>
              <a:rect l="0" t="0" r="0" b="0"/>
              <a:pathLst>
                <a:path w="309" h="742">
                  <a:moveTo>
                    <a:pt x="7" y="729"/>
                  </a:moveTo>
                  <a:lnTo>
                    <a:pt x="294" y="564"/>
                  </a:lnTo>
                  <a:lnTo>
                    <a:pt x="294" y="13"/>
                  </a:lnTo>
                  <a:lnTo>
                    <a:pt x="7" y="17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6" name="path 486"/>
            <p:cNvSpPr/>
            <p:nvPr/>
          </p:nvSpPr>
          <p:spPr>
            <a:xfrm>
              <a:off x="187618" y="790698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8" name="path 488"/>
            <p:cNvSpPr/>
            <p:nvPr/>
          </p:nvSpPr>
          <p:spPr>
            <a:xfrm>
              <a:off x="178093" y="782385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0" name="path 490"/>
            <p:cNvSpPr/>
            <p:nvPr/>
          </p:nvSpPr>
          <p:spPr>
            <a:xfrm>
              <a:off x="370487" y="688949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2" name="path 492"/>
            <p:cNvSpPr/>
            <p:nvPr/>
          </p:nvSpPr>
          <p:spPr>
            <a:xfrm>
              <a:off x="360962" y="680636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94" name="textbox 494"/>
          <p:cNvSpPr/>
          <p:nvPr/>
        </p:nvSpPr>
        <p:spPr>
          <a:xfrm>
            <a:off x="4003234" y="3309790"/>
            <a:ext cx="3672840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(3,</a:t>
            </a:r>
            <a:r>
              <a:rPr sz="1600" kern="0" spc="10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5)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                   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(4,</a:t>
            </a:r>
            <a:r>
              <a:rPr sz="1600" kern="0" spc="17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5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600" kern="0" spc="9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3)</a:t>
            </a:r>
            <a:endParaRPr sz="1600" dirty="0">
              <a:latin typeface="MS Gothic"/>
              <a:ea typeface="MS Gothic"/>
              <a:cs typeface="MS Gothic"/>
            </a:endParaRPr>
          </a:p>
        </p:txBody>
      </p:sp>
      <p:graphicFrame>
        <p:nvGraphicFramePr>
          <p:cNvPr id="496" name="table 496"/>
          <p:cNvGraphicFramePr>
            <a:graphicFrameLocks noGrp="1"/>
          </p:cNvGraphicFramePr>
          <p:nvPr/>
        </p:nvGraphicFramePr>
        <p:xfrm>
          <a:off x="795925" y="2044650"/>
          <a:ext cx="1736089" cy="361950"/>
        </p:xfrm>
        <a:graphic>
          <a:graphicData uri="http://schemas.openxmlformats.org/drawingml/2006/table">
            <a:tbl>
              <a:tblPr/>
              <a:tblGrid>
                <a:gridCol w="353059"/>
                <a:gridCol w="342900"/>
                <a:gridCol w="343534"/>
                <a:gridCol w="343534"/>
                <a:gridCol w="353059"/>
              </a:tblGrid>
              <a:tr h="361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</a:tbl>
          </a:graphicData>
        </a:graphic>
      </p:graphicFrame>
      <p:sp>
        <p:nvSpPr>
          <p:cNvPr id="498" name="textbox 498"/>
          <p:cNvSpPr/>
          <p:nvPr/>
        </p:nvSpPr>
        <p:spPr>
          <a:xfrm>
            <a:off x="495137" y="1329063"/>
            <a:ext cx="1033144" cy="329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92"/>
              </a:lnSpc>
              <a:tabLst/>
            </a:pP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Shape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500" name="textbox 500"/>
          <p:cNvSpPr/>
          <p:nvPr/>
        </p:nvSpPr>
        <p:spPr>
          <a:xfrm>
            <a:off x="1420522" y="3309790"/>
            <a:ext cx="510540" cy="255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13"/>
              </a:lnSpc>
              <a:tabLst/>
            </a:pP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(5,</a:t>
            </a:r>
            <a:r>
              <a:rPr sz="1500" kern="0" spc="25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</a:t>
            </a:r>
            <a:endParaRPr sz="15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502" name="path 502"/>
          <p:cNvSpPr/>
          <p:nvPr/>
        </p:nvSpPr>
        <p:spPr>
          <a:xfrm>
            <a:off x="2485712" y="2485712"/>
            <a:ext cx="4781248" cy="1341450"/>
          </a:xfrm>
          <a:custGeom>
            <a:avLst/>
            <a:gdLst/>
            <a:ahLst/>
            <a:cxnLst/>
            <a:rect l="0" t="0" r="0" b="0"/>
            <a:pathLst>
              <a:path w="7529" h="2112">
                <a:moveTo>
                  <a:pt x="7507" y="2090"/>
                </a:moveTo>
                <a:lnTo>
                  <a:pt x="7432" y="1885"/>
                </a:lnTo>
                <a:lnTo>
                  <a:pt x="7358" y="2090"/>
                </a:lnTo>
                <a:lnTo>
                  <a:pt x="7507" y="2090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28575" cap="flat">
            <a:solidFill>
              <a:srgbClr val="FF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4" name="path 504"/>
          <p:cNvSpPr/>
          <p:nvPr/>
        </p:nvSpPr>
        <p:spPr>
          <a:xfrm>
            <a:off x="1504414" y="2485712"/>
            <a:ext cx="122971" cy="1341475"/>
          </a:xfrm>
          <a:custGeom>
            <a:avLst/>
            <a:gdLst/>
            <a:ahLst/>
            <a:cxnLst/>
            <a:rect l="0" t="0" r="0" b="0"/>
            <a:pathLst>
              <a:path w="193" h="2112">
                <a:moveTo>
                  <a:pt x="171" y="2090"/>
                </a:moveTo>
                <a:lnTo>
                  <a:pt x="96" y="1885"/>
                </a:lnTo>
                <a:lnTo>
                  <a:pt x="22" y="2090"/>
                </a:lnTo>
                <a:lnTo>
                  <a:pt x="171" y="2090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28575" cap="flat">
            <a:solidFill>
              <a:srgbClr val="FF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6" name="textbox 506"/>
          <p:cNvSpPr/>
          <p:nvPr/>
        </p:nvSpPr>
        <p:spPr>
          <a:xfrm>
            <a:off x="5799513" y="2035476"/>
            <a:ext cx="137160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508" name="textbox 508"/>
          <p:cNvSpPr/>
          <p:nvPr/>
        </p:nvSpPr>
        <p:spPr>
          <a:xfrm>
            <a:off x="3171118" y="2148157"/>
            <a:ext cx="13207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510" name="textbox 510"/>
          <p:cNvSpPr/>
          <p:nvPr/>
        </p:nvSpPr>
        <p:spPr>
          <a:xfrm>
            <a:off x="8151444" y="2762557"/>
            <a:ext cx="13207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512" name="textbox 512"/>
          <p:cNvSpPr/>
          <p:nvPr/>
        </p:nvSpPr>
        <p:spPr>
          <a:xfrm>
            <a:off x="6873629" y="2963789"/>
            <a:ext cx="128270" cy="220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514" name="textbox 514"/>
          <p:cNvSpPr/>
          <p:nvPr/>
        </p:nvSpPr>
        <p:spPr>
          <a:xfrm>
            <a:off x="1606629" y="2651977"/>
            <a:ext cx="128270" cy="220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516" name="textbox 516"/>
          <p:cNvSpPr/>
          <p:nvPr/>
        </p:nvSpPr>
        <p:spPr>
          <a:xfrm>
            <a:off x="4240129" y="2880989"/>
            <a:ext cx="128270" cy="220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518" name="path 518"/>
          <p:cNvSpPr/>
          <p:nvPr/>
        </p:nvSpPr>
        <p:spPr>
          <a:xfrm>
            <a:off x="1551612" y="3812899"/>
            <a:ext cx="28575" cy="297749"/>
          </a:xfrm>
          <a:custGeom>
            <a:avLst/>
            <a:gdLst/>
            <a:ahLst/>
            <a:cxnLst/>
            <a:rect l="0" t="0" r="0" b="0"/>
            <a:pathLst>
              <a:path w="45" h="468">
                <a:moveTo>
                  <a:pt x="22" y="468"/>
                </a:moveTo>
                <a:lnTo>
                  <a:pt x="22" y="0"/>
                </a:lnTo>
              </a:path>
            </a:pathLst>
          </a:custGeom>
          <a:noFill/>
          <a:ln w="28575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0" name="path 520"/>
          <p:cNvSpPr/>
          <p:nvPr/>
        </p:nvSpPr>
        <p:spPr>
          <a:xfrm>
            <a:off x="7191187" y="3812875"/>
            <a:ext cx="28575" cy="245249"/>
          </a:xfrm>
          <a:custGeom>
            <a:avLst/>
            <a:gdLst/>
            <a:ahLst/>
            <a:cxnLst/>
            <a:rect l="0" t="0" r="0" b="0"/>
            <a:pathLst>
              <a:path w="45" h="386">
                <a:moveTo>
                  <a:pt x="22" y="386"/>
                </a:moveTo>
                <a:lnTo>
                  <a:pt x="22" y="0"/>
                </a:lnTo>
              </a:path>
            </a:pathLst>
          </a:custGeom>
          <a:noFill/>
          <a:ln w="28575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2"/>
          <p:cNvGrpSpPr/>
          <p:nvPr/>
        </p:nvGrpSpPr>
        <p:grpSpPr>
          <a:xfrm rot="21600000">
            <a:off x="2485712" y="2485712"/>
            <a:ext cx="1510416" cy="2123045"/>
            <a:chOff x="0" y="0"/>
            <a:chExt cx="1510416" cy="2123045"/>
          </a:xfrm>
        </p:grpSpPr>
        <p:sp>
          <p:nvSpPr>
            <p:cNvPr id="522" name="path 522"/>
            <p:cNvSpPr/>
            <p:nvPr/>
          </p:nvSpPr>
          <p:spPr>
            <a:xfrm>
              <a:off x="1127217" y="1995146"/>
              <a:ext cx="374934" cy="127899"/>
            </a:xfrm>
            <a:custGeom>
              <a:avLst/>
              <a:gdLst/>
              <a:ahLst/>
              <a:cxnLst/>
              <a:rect l="0" t="0" r="0" b="0"/>
              <a:pathLst>
                <a:path w="590" h="201">
                  <a:moveTo>
                    <a:pt x="584" y="179"/>
                  </a:moveTo>
                  <a:lnTo>
                    <a:pt x="5" y="21"/>
                  </a:lnTo>
                </a:path>
              </a:pathLst>
            </a:custGeom>
            <a:noFill/>
            <a:ln w="28575" cap="flat">
              <a:solidFill>
                <a:srgbClr val="FF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4" name="path 524"/>
            <p:cNvSpPr/>
            <p:nvPr/>
          </p:nvSpPr>
          <p:spPr>
            <a:xfrm>
              <a:off x="0" y="0"/>
              <a:ext cx="1157702" cy="2068747"/>
            </a:xfrm>
            <a:custGeom>
              <a:avLst/>
              <a:gdLst/>
              <a:ahLst/>
              <a:cxnLst/>
              <a:rect l="0" t="0" r="0" b="0"/>
              <a:pathLst>
                <a:path w="1823" h="3257">
                  <a:moveTo>
                    <a:pt x="1800" y="3091"/>
                  </a:moveTo>
                  <a:lnTo>
                    <a:pt x="1584" y="3109"/>
                  </a:lnTo>
                  <a:lnTo>
                    <a:pt x="1761" y="3235"/>
                  </a:lnTo>
                  <a:lnTo>
                    <a:pt x="1800" y="3091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w="28575" cap="flat">
              <a:solidFill>
                <a:srgbClr val="FF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6" name="path 526"/>
            <p:cNvSpPr/>
            <p:nvPr/>
          </p:nvSpPr>
          <p:spPr>
            <a:xfrm>
              <a:off x="912868" y="1206703"/>
              <a:ext cx="597548" cy="910268"/>
            </a:xfrm>
            <a:custGeom>
              <a:avLst/>
              <a:gdLst/>
              <a:ahLst/>
              <a:cxnLst/>
              <a:rect l="0" t="0" r="0" b="0"/>
              <a:pathLst>
                <a:path w="941" h="1433">
                  <a:moveTo>
                    <a:pt x="922" y="1421"/>
                  </a:moveTo>
                  <a:lnTo>
                    <a:pt x="18" y="12"/>
                  </a:lnTo>
                </a:path>
              </a:pathLst>
            </a:custGeom>
            <a:noFill/>
            <a:ln w="28575" cap="flat">
              <a:solidFill>
                <a:srgbClr val="FF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8" name="path 528"/>
            <p:cNvSpPr/>
            <p:nvPr/>
          </p:nvSpPr>
          <p:spPr>
            <a:xfrm>
              <a:off x="0" y="0"/>
              <a:ext cx="978923" cy="1254167"/>
            </a:xfrm>
            <a:custGeom>
              <a:avLst/>
              <a:gdLst/>
              <a:ahLst/>
              <a:cxnLst/>
              <a:rect l="0" t="0" r="0" b="0"/>
              <a:pathLst>
                <a:path w="1541" h="1975">
                  <a:moveTo>
                    <a:pt x="1519" y="1872"/>
                  </a:moveTo>
                  <a:lnTo>
                    <a:pt x="1346" y="1740"/>
                  </a:lnTo>
                  <a:lnTo>
                    <a:pt x="1393" y="1952"/>
                  </a:lnTo>
                  <a:lnTo>
                    <a:pt x="1519" y="1872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w="28575" cap="flat">
              <a:solidFill>
                <a:srgbClr val="FF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30" name="textbox 530"/>
          <p:cNvSpPr/>
          <p:nvPr/>
        </p:nvSpPr>
        <p:spPr>
          <a:xfrm>
            <a:off x="495137" y="1319461"/>
            <a:ext cx="6087745" cy="3143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67"/>
              </a:lnSpc>
              <a:tabLst/>
            </a:pPr>
            <a:r>
              <a:rPr sz="1800" kern="0" spc="9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sz="1800" kern="0" spc="9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list</a:t>
            </a:r>
            <a:r>
              <a:rPr sz="1800" kern="0" spc="9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/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NumPy</a:t>
            </a:r>
            <a:r>
              <a:rPr sz="1800" kern="0" spc="9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array</a:t>
            </a:r>
            <a:endParaRPr sz="1800" dirty="0">
              <a:latin typeface="Arial"/>
              <a:ea typeface="Arial"/>
              <a:cs typeface="Arial"/>
            </a:endParaRPr>
          </a:p>
          <a:p>
            <a:pPr marL="365759" algn="l" rtl="0" eaLnBrk="0">
              <a:lnSpc>
                <a:spcPct val="95000"/>
              </a:lnSpc>
              <a:spcBef>
                <a:spcPts val="1611"/>
              </a:spcBef>
              <a:tabLst/>
            </a:pP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</a:t>
            </a:r>
            <a:r>
              <a:rPr sz="1800" b="1" kern="0" spc="-6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tensor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([[1,</a:t>
            </a:r>
            <a:r>
              <a:rPr sz="1800" kern="0" spc="2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-1],</a:t>
            </a:r>
            <a:r>
              <a:rPr sz="1800" kern="0" spc="2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[-1,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1]])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r" rtl="0" eaLnBrk="0">
              <a:lnSpc>
                <a:spcPct val="78000"/>
              </a:lnSpc>
              <a:spcBef>
                <a:spcPts val="1635"/>
              </a:spcBef>
              <a:tabLst/>
            </a:pP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</a:t>
            </a:r>
            <a:r>
              <a:rPr sz="1800" b="1" kern="0" spc="-5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from_numpy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(np.array([[1,</a:t>
            </a:r>
            <a:r>
              <a:rPr sz="1800" kern="0" spc="2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-1],</a:t>
            </a:r>
            <a:r>
              <a:rPr sz="1800" kern="0" spc="2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[-1,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1]]))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marL="12700" algn="l" rtl="0" eaLnBrk="0">
              <a:lnSpc>
                <a:spcPts val="2392"/>
              </a:lnSpc>
              <a:spcBef>
                <a:spcPts val="1678"/>
              </a:spcBef>
              <a:tabLst/>
            </a:pP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Zero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</a:t>
            </a:r>
            <a:endParaRPr sz="1800" dirty="0">
              <a:latin typeface="Arial"/>
              <a:ea typeface="Arial"/>
              <a:cs typeface="Arial"/>
            </a:endParaRPr>
          </a:p>
          <a:p>
            <a:pPr marL="365759" algn="l" rtl="0" eaLnBrk="0">
              <a:lnSpc>
                <a:spcPct val="95000"/>
              </a:lnSpc>
              <a:spcBef>
                <a:spcPts val="1611"/>
              </a:spcBef>
              <a:tabLst/>
            </a:pP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</a:t>
            </a:r>
            <a:r>
              <a:rPr sz="1800" b="1" kern="0" spc="-5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ze</a:t>
            </a:r>
            <a:r>
              <a:rPr sz="1800" b="1" kern="0" spc="-6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ros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([2,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2])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marL="12700" algn="l" rtl="0" eaLnBrk="0">
              <a:lnSpc>
                <a:spcPts val="2392"/>
              </a:lnSpc>
              <a:spcBef>
                <a:spcPts val="1313"/>
              </a:spcBef>
              <a:tabLst/>
            </a:pPr>
            <a:r>
              <a:rPr sz="1800" kern="0" spc="1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Unit</a:t>
            </a:r>
            <a:r>
              <a:rPr sz="1800" kern="0" spc="1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365759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</a:t>
            </a:r>
            <a:r>
              <a:rPr sz="1800" b="1" kern="0" spc="-5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ones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([1,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2,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5])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graphicFrame>
        <p:nvGraphicFramePr>
          <p:cNvPr id="532" name="table 532"/>
          <p:cNvGraphicFramePr>
            <a:graphicFrameLocks noGrp="1"/>
          </p:cNvGraphicFramePr>
          <p:nvPr/>
        </p:nvGraphicFramePr>
        <p:xfrm>
          <a:off x="5098600" y="3848799"/>
          <a:ext cx="3893820" cy="757555"/>
        </p:xfrm>
        <a:graphic>
          <a:graphicData uri="http://schemas.openxmlformats.org/drawingml/2006/table">
            <a:tbl>
              <a:tblPr/>
              <a:tblGrid>
                <a:gridCol w="3893820"/>
              </a:tblGrid>
              <a:tr h="7385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2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2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800" kern="0" spc="-2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tensor([[[1.,</a:t>
                      </a:r>
                      <a:r>
                        <a:rPr sz="1800" kern="0" spc="-2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1.,</a:t>
                      </a:r>
                      <a:r>
                        <a:rPr sz="1800" kern="0" spc="14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1.,</a:t>
                      </a:r>
                      <a:r>
                        <a:rPr sz="1800" kern="0" spc="13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1.,</a:t>
                      </a:r>
                      <a:r>
                        <a:rPr sz="1800" kern="0" spc="14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1.],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marL="1156335" algn="l" rtl="0" eaLnBrk="0">
                        <a:lnSpc>
                          <a:spcPct val="95000"/>
                        </a:lnSpc>
                        <a:spcBef>
                          <a:spcPts val="108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[1.,</a:t>
                      </a:r>
                      <a:r>
                        <a:rPr sz="1800" kern="0" spc="13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1.,</a:t>
                      </a:r>
                      <a:r>
                        <a:rPr sz="1800" kern="0" spc="13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1.,</a:t>
                      </a:r>
                      <a:r>
                        <a:rPr sz="1800" kern="0" spc="14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1.,</a:t>
                      </a:r>
                      <a:r>
                        <a:rPr sz="1800" kern="0" spc="13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1</a:t>
                      </a:r>
                      <a:r>
                        <a:rPr sz="1800" kern="0" spc="-5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.]]])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34" name="table 534"/>
          <p:cNvGraphicFramePr>
            <a:graphicFrameLocks noGrp="1"/>
          </p:cNvGraphicFramePr>
          <p:nvPr/>
        </p:nvGraphicFramePr>
        <p:xfrm>
          <a:off x="5777112" y="1357724"/>
          <a:ext cx="2536825" cy="757554"/>
        </p:xfrm>
        <a:graphic>
          <a:graphicData uri="http://schemas.openxmlformats.org/drawingml/2006/table">
            <a:tbl>
              <a:tblPr/>
              <a:tblGrid>
                <a:gridCol w="2536825"/>
              </a:tblGrid>
              <a:tr h="7385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2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2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800" kern="0" spc="-2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tensor([[1.,</a:t>
                      </a:r>
                      <a:r>
                        <a:rPr sz="1800" kern="0" spc="25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-</a:t>
                      </a:r>
                      <a:r>
                        <a:rPr sz="1800" kern="0" spc="-3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1.],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marL="1042035" algn="l" rtl="0" eaLnBrk="0">
                        <a:lnSpc>
                          <a:spcPct val="95000"/>
                        </a:lnSpc>
                        <a:spcBef>
                          <a:spcPts val="108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[-1.,</a:t>
                      </a:r>
                      <a:r>
                        <a:rPr sz="1800" kern="0" spc="13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1.]]</a:t>
                      </a:r>
                      <a:r>
                        <a:rPr sz="1800" kern="0" spc="-5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)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36" name="table 536"/>
          <p:cNvGraphicFramePr>
            <a:graphicFrameLocks noGrp="1"/>
          </p:cNvGraphicFramePr>
          <p:nvPr/>
        </p:nvGraphicFramePr>
        <p:xfrm>
          <a:off x="5848574" y="2873250"/>
          <a:ext cx="2393950" cy="757555"/>
        </p:xfrm>
        <a:graphic>
          <a:graphicData uri="http://schemas.openxmlformats.org/drawingml/2006/table">
            <a:tbl>
              <a:tblPr/>
              <a:tblGrid>
                <a:gridCol w="2393950"/>
              </a:tblGrid>
              <a:tr h="7385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22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tensor([[0.,</a:t>
                      </a:r>
                      <a:r>
                        <a:rPr sz="1800" kern="0" spc="-1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0.],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  <a:p>
                      <a:pPr marL="1042035" algn="l" rtl="0" eaLnBrk="0">
                        <a:lnSpc>
                          <a:spcPct val="95000"/>
                        </a:lnSpc>
                        <a:spcBef>
                          <a:spcPts val="108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[0.,</a:t>
                      </a:r>
                      <a:r>
                        <a:rPr sz="1800" kern="0" spc="8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666666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0.]])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8" name="textbox 538"/>
          <p:cNvSpPr/>
          <p:nvPr/>
        </p:nvSpPr>
        <p:spPr>
          <a:xfrm>
            <a:off x="388016" y="614748"/>
            <a:ext cx="3007360" cy="401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6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25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 --</a:t>
            </a:r>
            <a:r>
              <a:rPr sz="2500" b="1" kern="0" spc="-2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Constructo</a:t>
            </a:r>
            <a:r>
              <a:rPr sz="2500" b="1" kern="0" spc="3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2500" dirty="0">
              <a:latin typeface="Arial"/>
              <a:ea typeface="Arial"/>
              <a:cs typeface="Arial"/>
            </a:endParaRPr>
          </a:p>
        </p:txBody>
      </p:sp>
      <p:sp>
        <p:nvSpPr>
          <p:cNvPr id="540" name="rect 540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2" name="textbox 542"/>
          <p:cNvSpPr/>
          <p:nvPr/>
        </p:nvSpPr>
        <p:spPr>
          <a:xfrm>
            <a:off x="3695443" y="4650321"/>
            <a:ext cx="588009" cy="293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07"/>
              </a:lnSpc>
              <a:tabLst/>
            </a:pPr>
            <a:r>
              <a:rPr sz="1600" kern="0" spc="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shape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ath 544"/>
          <p:cNvSpPr/>
          <p:nvPr/>
        </p:nvSpPr>
        <p:spPr>
          <a:xfrm>
            <a:off x="2490474" y="1736974"/>
            <a:ext cx="1062725" cy="469949"/>
          </a:xfrm>
          <a:custGeom>
            <a:avLst/>
            <a:gdLst/>
            <a:ahLst/>
            <a:cxnLst/>
            <a:rect l="0" t="0" r="0" b="0"/>
            <a:pathLst>
              <a:path w="1673" h="740">
                <a:moveTo>
                  <a:pt x="948" y="370"/>
                </a:moveTo>
                <a:lnTo>
                  <a:pt x="948" y="370"/>
                </a:lnTo>
                <a:cubicBezTo>
                  <a:pt x="948" y="173"/>
                  <a:pt x="1107" y="15"/>
                  <a:pt x="1303" y="15"/>
                </a:cubicBezTo>
                <a:lnTo>
                  <a:pt x="1303" y="15"/>
                </a:lnTo>
                <a:cubicBezTo>
                  <a:pt x="1397" y="15"/>
                  <a:pt x="1488" y="52"/>
                  <a:pt x="1554" y="118"/>
                </a:cubicBezTo>
                <a:cubicBezTo>
                  <a:pt x="1621" y="185"/>
                  <a:pt x="1658" y="275"/>
                  <a:pt x="1658" y="370"/>
                </a:cubicBezTo>
                <a:lnTo>
                  <a:pt x="1658" y="370"/>
                </a:lnTo>
                <a:cubicBezTo>
                  <a:pt x="1658" y="566"/>
                  <a:pt x="1499" y="725"/>
                  <a:pt x="1303" y="725"/>
                </a:cubicBezTo>
                <a:lnTo>
                  <a:pt x="1303" y="725"/>
                </a:lnTo>
                <a:cubicBezTo>
                  <a:pt x="1107" y="725"/>
                  <a:pt x="948" y="566"/>
                  <a:pt x="948" y="370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6" name="textbox 546"/>
          <p:cNvSpPr/>
          <p:nvPr/>
        </p:nvSpPr>
        <p:spPr>
          <a:xfrm>
            <a:off x="388016" y="614748"/>
            <a:ext cx="6574790" cy="2886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9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6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 --Operators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6884" indent="-357504" algn="l" rtl="0" eaLnBrk="0">
              <a:lnSpc>
                <a:spcPct val="157000"/>
              </a:lnSpc>
              <a:spcBef>
                <a:spcPts val="545"/>
              </a:spcBef>
              <a:tabLst/>
            </a:pP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</a:t>
            </a:r>
            <a:r>
              <a:rPr sz="1800" b="1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Squeeze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remove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speci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ﬁ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ed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dimension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length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torch.ze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ros([1,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2,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3])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marL="477519" algn="l" rtl="0" eaLnBrk="0">
              <a:lnSpc>
                <a:spcPct val="83000"/>
              </a:lnSpc>
              <a:spcBef>
                <a:spcPts val="1635"/>
              </a:spcBef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x.shape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0694" algn="l" rtl="0" eaLnBrk="0">
              <a:lnSpc>
                <a:spcPct val="83000"/>
              </a:lnSpc>
              <a:spcBef>
                <a:spcPts val="547"/>
              </a:spcBef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torch.Size([1,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2,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3])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77519" algn="l" rtl="0" eaLnBrk="0">
              <a:lnSpc>
                <a:spcPct val="91000"/>
              </a:lnSpc>
              <a:spcBef>
                <a:spcPts val="4"/>
              </a:spcBef>
              <a:tabLst/>
            </a:pPr>
            <a:r>
              <a:rPr sz="17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700" kern="0" spc="1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700" kern="0" spc="1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7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</a:t>
            </a:r>
            <a:r>
              <a:rPr sz="1700" b="1" kern="0" spc="-6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squeeze(0)</a:t>
            </a:r>
            <a:endParaRPr sz="17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548" name="textbox 548"/>
          <p:cNvSpPr/>
          <p:nvPr/>
        </p:nvSpPr>
        <p:spPr>
          <a:xfrm>
            <a:off x="856326" y="4176275"/>
            <a:ext cx="6506209" cy="311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248"/>
              </a:lnSpc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torch.Size([2,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3])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           </a:t>
            </a:r>
            <a:r>
              <a:rPr sz="1800" kern="0" spc="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                        </a:t>
            </a:r>
            <a:r>
              <a:rPr sz="2400" kern="0" spc="-10" baseline="-18029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2400" baseline="-18029" dirty="0">
              <a:latin typeface="Arial"/>
              <a:ea typeface="Arial"/>
              <a:cs typeface="Arial"/>
            </a:endParaRPr>
          </a:p>
        </p:txBody>
      </p:sp>
      <p:sp>
        <p:nvSpPr>
          <p:cNvPr id="550" name="textbox 550"/>
          <p:cNvSpPr/>
          <p:nvPr/>
        </p:nvSpPr>
        <p:spPr>
          <a:xfrm>
            <a:off x="853126" y="3529906"/>
            <a:ext cx="2468879" cy="458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(dim</a:t>
            </a:r>
            <a:r>
              <a:rPr sz="1400" kern="0" spc="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 0)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spcBef>
                <a:spcPts val="10"/>
              </a:spcBef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x.shape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552" name="rect 552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54" name="table 554"/>
          <p:cNvGraphicFramePr>
            <a:graphicFrameLocks noGrp="1"/>
          </p:cNvGraphicFramePr>
          <p:nvPr/>
        </p:nvGraphicFramePr>
        <p:xfrm>
          <a:off x="6664424" y="2213899"/>
          <a:ext cx="361950" cy="361950"/>
        </p:xfrm>
        <a:graphic>
          <a:graphicData uri="http://schemas.openxmlformats.org/drawingml/2006/table">
            <a:tbl>
              <a:tblPr>
                <a:solidFill>
                  <a:srgbClr val="A1E8D9"/>
                </a:solidFill>
              </a:tblPr>
              <a:tblGrid>
                <a:gridCol w="361950"/>
              </a:tblGrid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</a:tbl>
          </a:graphicData>
        </a:graphic>
      </p:graphicFrame>
      <p:grpSp>
        <p:nvGrpSpPr>
          <p:cNvPr id="34" name="group 34"/>
          <p:cNvGrpSpPr/>
          <p:nvPr/>
        </p:nvGrpSpPr>
        <p:grpSpPr>
          <a:xfrm rot="21600000">
            <a:off x="6669282" y="1898450"/>
            <a:ext cx="1249792" cy="681555"/>
            <a:chOff x="0" y="0"/>
            <a:chExt cx="1249792" cy="681555"/>
          </a:xfrm>
        </p:grpSpPr>
        <p:sp>
          <p:nvSpPr>
            <p:cNvPr id="556" name="path 556"/>
            <p:cNvSpPr/>
            <p:nvPr/>
          </p:nvSpPr>
          <p:spPr>
            <a:xfrm>
              <a:off x="348167" y="324974"/>
              <a:ext cx="343499" cy="343499"/>
            </a:xfrm>
            <a:custGeom>
              <a:avLst/>
              <a:gdLst/>
              <a:ahLst/>
              <a:cxnLst/>
              <a:rect l="0" t="0" r="0" b="0"/>
              <a:pathLst>
                <a:path w="540" h="540">
                  <a:moveTo>
                    <a:pt x="0" y="0"/>
                  </a:moveTo>
                  <a:lnTo>
                    <a:pt x="540" y="0"/>
                  </a:lnTo>
                  <a:lnTo>
                    <a:pt x="540" y="540"/>
                  </a:lnTo>
                  <a:lnTo>
                    <a:pt x="0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8" name="path 558"/>
            <p:cNvSpPr/>
            <p:nvPr/>
          </p:nvSpPr>
          <p:spPr>
            <a:xfrm>
              <a:off x="338642" y="315449"/>
              <a:ext cx="362549" cy="362549"/>
            </a:xfrm>
            <a:custGeom>
              <a:avLst/>
              <a:gdLst/>
              <a:ahLst/>
              <a:cxnLst/>
              <a:rect l="0" t="0" r="0" b="0"/>
              <a:pathLst>
                <a:path w="570" h="570">
                  <a:moveTo>
                    <a:pt x="15" y="15"/>
                  </a:moveTo>
                  <a:lnTo>
                    <a:pt x="555" y="15"/>
                  </a:lnTo>
                  <a:lnTo>
                    <a:pt x="555" y="555"/>
                  </a:lnTo>
                  <a:lnTo>
                    <a:pt x="15" y="555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0" name="path 560"/>
            <p:cNvSpPr/>
            <p:nvPr/>
          </p:nvSpPr>
          <p:spPr>
            <a:xfrm>
              <a:off x="4667" y="219924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2" name="path 562"/>
            <p:cNvSpPr/>
            <p:nvPr/>
          </p:nvSpPr>
          <p:spPr>
            <a:xfrm>
              <a:off x="0" y="210399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4" name="path 564"/>
            <p:cNvSpPr/>
            <p:nvPr/>
          </p:nvSpPr>
          <p:spPr>
            <a:xfrm>
              <a:off x="348167" y="219974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6" name="path 566"/>
            <p:cNvSpPr/>
            <p:nvPr/>
          </p:nvSpPr>
          <p:spPr>
            <a:xfrm>
              <a:off x="343499" y="210449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8" name="path 568"/>
            <p:cNvSpPr/>
            <p:nvPr/>
          </p:nvSpPr>
          <p:spPr>
            <a:xfrm>
              <a:off x="190468" y="114774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0" name="path 570"/>
            <p:cNvSpPr/>
            <p:nvPr/>
          </p:nvSpPr>
          <p:spPr>
            <a:xfrm>
              <a:off x="185800" y="105249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2" name="path 572"/>
            <p:cNvSpPr/>
            <p:nvPr/>
          </p:nvSpPr>
          <p:spPr>
            <a:xfrm>
              <a:off x="533968" y="114824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4" name="path 574"/>
            <p:cNvSpPr/>
            <p:nvPr/>
          </p:nvSpPr>
          <p:spPr>
            <a:xfrm>
              <a:off x="529300" y="105299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6" name="path 576"/>
            <p:cNvSpPr/>
            <p:nvPr/>
          </p:nvSpPr>
          <p:spPr>
            <a:xfrm>
              <a:off x="376267" y="952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8" name="path 578"/>
            <p:cNvSpPr/>
            <p:nvPr/>
          </p:nvSpPr>
          <p:spPr>
            <a:xfrm>
              <a:off x="371599" y="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0" name="path 580"/>
            <p:cNvSpPr/>
            <p:nvPr/>
          </p:nvSpPr>
          <p:spPr>
            <a:xfrm>
              <a:off x="719767" y="9574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2" name="path 582"/>
            <p:cNvSpPr/>
            <p:nvPr/>
          </p:nvSpPr>
          <p:spPr>
            <a:xfrm>
              <a:off x="715099" y="49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4" name="path 584"/>
            <p:cNvSpPr/>
            <p:nvPr/>
          </p:nvSpPr>
          <p:spPr>
            <a:xfrm>
              <a:off x="692131" y="218200"/>
              <a:ext cx="182399" cy="455099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1"/>
                  </a:lnTo>
                  <a:lnTo>
                    <a:pt x="287" y="0"/>
                  </a:lnTo>
                  <a:lnTo>
                    <a:pt x="0" y="165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6" name="path 586"/>
            <p:cNvSpPr/>
            <p:nvPr/>
          </p:nvSpPr>
          <p:spPr>
            <a:xfrm>
              <a:off x="682606" y="209944"/>
              <a:ext cx="201449" cy="471610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4"/>
                  </a:lnTo>
                  <a:lnTo>
                    <a:pt x="302" y="13"/>
                  </a:lnTo>
                  <a:lnTo>
                    <a:pt x="15" y="178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8" name="path 588"/>
            <p:cNvSpPr/>
            <p:nvPr/>
          </p:nvSpPr>
          <p:spPr>
            <a:xfrm>
              <a:off x="874999" y="111498"/>
              <a:ext cx="182399" cy="455099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0" name="path 590"/>
            <p:cNvSpPr/>
            <p:nvPr/>
          </p:nvSpPr>
          <p:spPr>
            <a:xfrm>
              <a:off x="865474" y="103185"/>
              <a:ext cx="201449" cy="471726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2" name="path 592"/>
            <p:cNvSpPr/>
            <p:nvPr/>
          </p:nvSpPr>
          <p:spPr>
            <a:xfrm>
              <a:off x="1057867" y="9749"/>
              <a:ext cx="182399" cy="455099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4" name="path 594"/>
            <p:cNvSpPr/>
            <p:nvPr/>
          </p:nvSpPr>
          <p:spPr>
            <a:xfrm>
              <a:off x="1048342" y="1436"/>
              <a:ext cx="201449" cy="471726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96" name="table 596"/>
          <p:cNvGraphicFramePr>
            <a:graphicFrameLocks noGrp="1"/>
          </p:cNvGraphicFramePr>
          <p:nvPr/>
        </p:nvGraphicFramePr>
        <p:xfrm>
          <a:off x="6766975" y="3462825"/>
          <a:ext cx="1049019" cy="705485"/>
        </p:xfrm>
        <a:graphic>
          <a:graphicData uri="http://schemas.openxmlformats.org/drawingml/2006/table">
            <a:tbl>
              <a:tblPr/>
              <a:tblGrid>
                <a:gridCol w="352425"/>
                <a:gridCol w="343534"/>
                <a:gridCol w="353059"/>
              </a:tblGrid>
              <a:tr h="352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  <a:tr h="353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</a:tbl>
          </a:graphicData>
        </a:graphic>
      </p:graphicFrame>
      <p:sp>
        <p:nvSpPr>
          <p:cNvPr id="598" name="path 598"/>
          <p:cNvSpPr/>
          <p:nvPr/>
        </p:nvSpPr>
        <p:spPr>
          <a:xfrm>
            <a:off x="2490474" y="2187874"/>
            <a:ext cx="4172099" cy="469949"/>
          </a:xfrm>
          <a:custGeom>
            <a:avLst/>
            <a:gdLst/>
            <a:ahLst/>
            <a:cxnLst/>
            <a:rect l="0" t="0" r="0" b="0"/>
            <a:pathLst>
              <a:path w="6570" h="740">
                <a:moveTo>
                  <a:pt x="5845" y="370"/>
                </a:moveTo>
                <a:lnTo>
                  <a:pt x="5845" y="370"/>
                </a:lnTo>
                <a:cubicBezTo>
                  <a:pt x="5845" y="173"/>
                  <a:pt x="6004" y="15"/>
                  <a:pt x="6200" y="15"/>
                </a:cubicBezTo>
                <a:lnTo>
                  <a:pt x="6200" y="15"/>
                </a:lnTo>
                <a:cubicBezTo>
                  <a:pt x="6294" y="15"/>
                  <a:pt x="6384" y="52"/>
                  <a:pt x="6451" y="118"/>
                </a:cubicBezTo>
                <a:cubicBezTo>
                  <a:pt x="6517" y="185"/>
                  <a:pt x="6555" y="275"/>
                  <a:pt x="6555" y="370"/>
                </a:cubicBezTo>
                <a:lnTo>
                  <a:pt x="6555" y="370"/>
                </a:lnTo>
                <a:cubicBezTo>
                  <a:pt x="6555" y="566"/>
                  <a:pt x="6396" y="725"/>
                  <a:pt x="6200" y="725"/>
                </a:cubicBezTo>
                <a:lnTo>
                  <a:pt x="6200" y="725"/>
                </a:lnTo>
                <a:cubicBezTo>
                  <a:pt x="6004" y="725"/>
                  <a:pt x="5845" y="566"/>
                  <a:pt x="5845" y="370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0" name="textbox 600"/>
          <p:cNvSpPr/>
          <p:nvPr/>
        </p:nvSpPr>
        <p:spPr>
          <a:xfrm>
            <a:off x="6356465" y="2318177"/>
            <a:ext cx="751840" cy="596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7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602" name="path 602"/>
          <p:cNvSpPr/>
          <p:nvPr/>
        </p:nvSpPr>
        <p:spPr>
          <a:xfrm>
            <a:off x="2074049" y="2490474"/>
            <a:ext cx="469949" cy="662175"/>
          </a:xfrm>
          <a:custGeom>
            <a:avLst/>
            <a:gdLst/>
            <a:ahLst/>
            <a:cxnLst/>
            <a:rect l="0" t="0" r="0" b="0"/>
            <a:pathLst>
              <a:path w="740" h="1042">
                <a:moveTo>
                  <a:pt x="15" y="672"/>
                </a:moveTo>
                <a:lnTo>
                  <a:pt x="15" y="672"/>
                </a:lnTo>
                <a:cubicBezTo>
                  <a:pt x="15" y="476"/>
                  <a:pt x="173" y="317"/>
                  <a:pt x="370" y="317"/>
                </a:cubicBezTo>
                <a:lnTo>
                  <a:pt x="370" y="317"/>
                </a:lnTo>
                <a:cubicBezTo>
                  <a:pt x="464" y="317"/>
                  <a:pt x="554" y="355"/>
                  <a:pt x="621" y="421"/>
                </a:cubicBezTo>
                <a:cubicBezTo>
                  <a:pt x="687" y="488"/>
                  <a:pt x="725" y="578"/>
                  <a:pt x="725" y="672"/>
                </a:cubicBezTo>
                <a:lnTo>
                  <a:pt x="725" y="672"/>
                </a:lnTo>
                <a:cubicBezTo>
                  <a:pt x="725" y="868"/>
                  <a:pt x="566" y="1027"/>
                  <a:pt x="370" y="1027"/>
                </a:cubicBezTo>
                <a:lnTo>
                  <a:pt x="370" y="1027"/>
                </a:lnTo>
                <a:cubicBezTo>
                  <a:pt x="173" y="1027"/>
                  <a:pt x="15" y="868"/>
                  <a:pt x="15" y="672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6" name="group 36"/>
          <p:cNvGrpSpPr/>
          <p:nvPr/>
        </p:nvGrpSpPr>
        <p:grpSpPr>
          <a:xfrm rot="21600000">
            <a:off x="2530829" y="3071600"/>
            <a:ext cx="397151" cy="178657"/>
            <a:chOff x="0" y="0"/>
            <a:chExt cx="397151" cy="178657"/>
          </a:xfrm>
        </p:grpSpPr>
        <p:sp>
          <p:nvSpPr>
            <p:cNvPr id="604" name="path 604"/>
            <p:cNvSpPr/>
            <p:nvPr/>
          </p:nvSpPr>
          <p:spPr>
            <a:xfrm>
              <a:off x="0" y="0"/>
              <a:ext cx="314492" cy="144856"/>
            </a:xfrm>
            <a:custGeom>
              <a:avLst/>
              <a:gdLst/>
              <a:ahLst/>
              <a:cxnLst/>
              <a:rect l="0" t="0" r="0" b="0"/>
              <a:pathLst>
                <a:path w="495" h="228">
                  <a:moveTo>
                    <a:pt x="5" y="13"/>
                  </a:moveTo>
                  <a:lnTo>
                    <a:pt x="489" y="214"/>
                  </a:lnTo>
                </a:path>
              </a:pathLst>
            </a:custGeom>
            <a:noFill/>
            <a:ln w="19050" cap="flat">
              <a:solidFill>
                <a:srgbClr val="FF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6" name="path 606"/>
            <p:cNvSpPr/>
            <p:nvPr/>
          </p:nvSpPr>
          <p:spPr>
            <a:xfrm>
              <a:off x="290004" y="99963"/>
              <a:ext cx="107146" cy="78693"/>
            </a:xfrm>
            <a:custGeom>
              <a:avLst/>
              <a:gdLst/>
              <a:ahLst/>
              <a:cxnLst/>
              <a:rect l="0" t="0" r="0" b="0"/>
              <a:pathLst>
                <a:path w="168" h="123">
                  <a:moveTo>
                    <a:pt x="13" y="102"/>
                  </a:moveTo>
                  <a:lnTo>
                    <a:pt x="158" y="108"/>
                  </a:lnTo>
                  <a:lnTo>
                    <a:pt x="51" y="11"/>
                  </a:lnTo>
                  <a:lnTo>
                    <a:pt x="13" y="102"/>
                  </a:lnTo>
                </a:path>
              </a:pathLst>
            </a:custGeom>
            <a:noFill/>
            <a:ln w="19050" cap="flat">
              <a:solidFill>
                <a:srgbClr val="FF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08" name="textbox 608"/>
          <p:cNvSpPr/>
          <p:nvPr/>
        </p:nvSpPr>
        <p:spPr>
          <a:xfrm>
            <a:off x="7711744" y="2474945"/>
            <a:ext cx="13207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610" name="textbox 610"/>
          <p:cNvSpPr/>
          <p:nvPr/>
        </p:nvSpPr>
        <p:spPr>
          <a:xfrm>
            <a:off x="6470979" y="3719045"/>
            <a:ext cx="132079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textbox 612"/>
          <p:cNvSpPr/>
          <p:nvPr/>
        </p:nvSpPr>
        <p:spPr>
          <a:xfrm>
            <a:off x="388016" y="614748"/>
            <a:ext cx="4516754" cy="1043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9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6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 --Operators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467"/>
              </a:lnSpc>
              <a:spcBef>
                <a:spcPts val="1"/>
              </a:spcBef>
              <a:tabLst/>
            </a:pP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b="1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Unsqueeze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: expand a new dimension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grpSp>
        <p:nvGrpSpPr>
          <p:cNvPr id="38" name="group 38"/>
          <p:cNvGrpSpPr/>
          <p:nvPr/>
        </p:nvGrpSpPr>
        <p:grpSpPr>
          <a:xfrm rot="21600000">
            <a:off x="2449324" y="2490474"/>
            <a:ext cx="752668" cy="2057875"/>
            <a:chOff x="0" y="0"/>
            <a:chExt cx="752668" cy="2057875"/>
          </a:xfrm>
        </p:grpSpPr>
        <p:sp>
          <p:nvSpPr>
            <p:cNvPr id="614" name="path 614"/>
            <p:cNvSpPr/>
            <p:nvPr/>
          </p:nvSpPr>
          <p:spPr>
            <a:xfrm>
              <a:off x="0" y="0"/>
              <a:ext cx="752668" cy="2057875"/>
            </a:xfrm>
            <a:custGeom>
              <a:avLst/>
              <a:gdLst/>
              <a:ahLst/>
              <a:cxnLst/>
              <a:rect l="0" t="0" r="0" b="0"/>
              <a:pathLst>
                <a:path w="1185" h="3240">
                  <a:moveTo>
                    <a:pt x="15" y="2870"/>
                  </a:moveTo>
                  <a:lnTo>
                    <a:pt x="15" y="2870"/>
                  </a:lnTo>
                  <a:cubicBezTo>
                    <a:pt x="15" y="2674"/>
                    <a:pt x="173" y="2515"/>
                    <a:pt x="370" y="2515"/>
                  </a:cubicBezTo>
                  <a:lnTo>
                    <a:pt x="370" y="2515"/>
                  </a:lnTo>
                  <a:cubicBezTo>
                    <a:pt x="464" y="2515"/>
                    <a:pt x="554" y="2553"/>
                    <a:pt x="621" y="2619"/>
                  </a:cubicBezTo>
                  <a:cubicBezTo>
                    <a:pt x="687" y="2686"/>
                    <a:pt x="725" y="2776"/>
                    <a:pt x="725" y="2870"/>
                  </a:cubicBezTo>
                  <a:lnTo>
                    <a:pt x="725" y="2870"/>
                  </a:lnTo>
                  <a:cubicBezTo>
                    <a:pt x="725" y="3066"/>
                    <a:pt x="566" y="3225"/>
                    <a:pt x="370" y="3225"/>
                  </a:cubicBezTo>
                  <a:lnTo>
                    <a:pt x="370" y="3225"/>
                  </a:lnTo>
                  <a:cubicBezTo>
                    <a:pt x="173" y="3225"/>
                    <a:pt x="15" y="3066"/>
                    <a:pt x="15" y="2870"/>
                  </a:cubicBezTo>
                  <a:moveTo>
                    <a:pt x="1173" y="1692"/>
                  </a:moveTo>
                  <a:lnTo>
                    <a:pt x="760" y="2224"/>
                  </a:lnTo>
                </a:path>
              </a:pathLst>
            </a:custGeom>
            <a:noFill/>
            <a:ln w="19050" cap="flat">
              <a:solidFill>
                <a:srgbClr val="FF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16" name="path 616"/>
            <p:cNvSpPr/>
            <p:nvPr/>
          </p:nvSpPr>
          <p:spPr>
            <a:xfrm>
              <a:off x="41150" y="0"/>
              <a:ext cx="475832" cy="1490141"/>
            </a:xfrm>
            <a:custGeom>
              <a:avLst/>
              <a:gdLst/>
              <a:ahLst/>
              <a:cxnLst/>
              <a:rect l="0" t="0" r="0" b="0"/>
              <a:pathLst>
                <a:path w="749" h="2346">
                  <a:moveTo>
                    <a:pt x="656" y="2193"/>
                  </a:moveTo>
                  <a:lnTo>
                    <a:pt x="611" y="2331"/>
                  </a:lnTo>
                  <a:lnTo>
                    <a:pt x="734" y="2254"/>
                  </a:lnTo>
                  <a:lnTo>
                    <a:pt x="656" y="2193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  <a:ln w="19050" cap="flat">
              <a:solidFill>
                <a:srgbClr val="FF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18" name="textbox 618"/>
          <p:cNvSpPr/>
          <p:nvPr/>
        </p:nvSpPr>
        <p:spPr>
          <a:xfrm>
            <a:off x="853126" y="2772671"/>
            <a:ext cx="2529204" cy="1690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5000"/>
              </a:lnSpc>
              <a:tabLst/>
            </a:pP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torch.Siz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e([2,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3])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r" rtl="0" eaLnBrk="0">
              <a:lnSpc>
                <a:spcPct val="91000"/>
              </a:lnSpc>
              <a:spcBef>
                <a:spcPts val="1624"/>
              </a:spcBef>
              <a:tabLst/>
            </a:pP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700" kern="0" spc="1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7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</a:t>
            </a:r>
            <a:r>
              <a:rPr sz="1700" b="1" kern="0" spc="-7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unsqueeze(1)</a:t>
            </a:r>
            <a:endParaRPr sz="1700" dirty="0">
              <a:latin typeface="Courier New"/>
              <a:ea typeface="Courier New"/>
              <a:cs typeface="Courier New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551"/>
              </a:spcBef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x.shape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5000"/>
              </a:lnSpc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torch.Size([2,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1,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3])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620" name="textbox 620"/>
          <p:cNvSpPr/>
          <p:nvPr/>
        </p:nvSpPr>
        <p:spPr>
          <a:xfrm>
            <a:off x="853126" y="1836935"/>
            <a:ext cx="3100704" cy="747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torch.zeros([2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3])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x.shape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622" name="rect 622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24" name="table 624"/>
          <p:cNvGraphicFramePr>
            <a:graphicFrameLocks noGrp="1"/>
          </p:cNvGraphicFramePr>
          <p:nvPr/>
        </p:nvGraphicFramePr>
        <p:xfrm>
          <a:off x="6471999" y="1705324"/>
          <a:ext cx="1049020" cy="705485"/>
        </p:xfrm>
        <a:graphic>
          <a:graphicData uri="http://schemas.openxmlformats.org/drawingml/2006/table">
            <a:tbl>
              <a:tblPr/>
              <a:tblGrid>
                <a:gridCol w="353059"/>
                <a:gridCol w="342900"/>
                <a:gridCol w="353059"/>
              </a:tblGrid>
              <a:tr h="352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  <a:tr h="353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6" name="table 626"/>
          <p:cNvGraphicFramePr>
            <a:graphicFrameLocks noGrp="1"/>
          </p:cNvGraphicFramePr>
          <p:nvPr/>
        </p:nvGraphicFramePr>
        <p:xfrm>
          <a:off x="6484025" y="3583849"/>
          <a:ext cx="361950" cy="361950"/>
        </p:xfrm>
        <a:graphic>
          <a:graphicData uri="http://schemas.openxmlformats.org/drawingml/2006/table">
            <a:tbl>
              <a:tblPr>
                <a:solidFill>
                  <a:srgbClr val="A1E8D9"/>
                </a:solidFill>
              </a:tblPr>
              <a:tblGrid>
                <a:gridCol w="361950"/>
              </a:tblGrid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8" name="table 628"/>
          <p:cNvGraphicFramePr>
            <a:graphicFrameLocks noGrp="1"/>
          </p:cNvGraphicFramePr>
          <p:nvPr/>
        </p:nvGraphicFramePr>
        <p:xfrm>
          <a:off x="6484025" y="3927350"/>
          <a:ext cx="361950" cy="361950"/>
        </p:xfrm>
        <a:graphic>
          <a:graphicData uri="http://schemas.openxmlformats.org/drawingml/2006/table">
            <a:tbl>
              <a:tblPr>
                <a:solidFill>
                  <a:srgbClr val="A1E8D9"/>
                </a:solidFill>
              </a:tblPr>
              <a:tblGrid>
                <a:gridCol w="361950"/>
              </a:tblGrid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</a:tbl>
          </a:graphicData>
        </a:graphic>
      </p:graphicFrame>
      <p:grpSp>
        <p:nvGrpSpPr>
          <p:cNvPr id="40" name="group 40"/>
          <p:cNvGrpSpPr/>
          <p:nvPr/>
        </p:nvGrpSpPr>
        <p:grpSpPr>
          <a:xfrm rot="21600000">
            <a:off x="6488881" y="3480072"/>
            <a:ext cx="525168" cy="121605"/>
            <a:chOff x="0" y="0"/>
            <a:chExt cx="525168" cy="121605"/>
          </a:xfrm>
        </p:grpSpPr>
        <p:sp>
          <p:nvSpPr>
            <p:cNvPr id="630" name="path 630"/>
            <p:cNvSpPr/>
            <p:nvPr/>
          </p:nvSpPr>
          <p:spPr>
            <a:xfrm>
              <a:off x="4668" y="8302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32" name="path 632"/>
            <p:cNvSpPr/>
            <p:nvPr/>
          </p:nvSpPr>
          <p:spPr>
            <a:xfrm>
              <a:off x="0" y="0"/>
              <a:ext cx="196084" cy="121605"/>
            </a:xfrm>
            <a:custGeom>
              <a:avLst/>
              <a:gdLst/>
              <a:ahLst/>
              <a:cxnLst/>
              <a:rect l="0" t="0" r="0" b="0"/>
              <a:pathLst>
                <a:path w="308" h="191">
                  <a:moveTo>
                    <a:pt x="7" y="178"/>
                  </a:moveTo>
                  <a:lnTo>
                    <a:pt x="301" y="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34" name="path 634"/>
          <p:cNvSpPr/>
          <p:nvPr/>
        </p:nvSpPr>
        <p:spPr>
          <a:xfrm>
            <a:off x="6493550" y="3478850"/>
            <a:ext cx="520500" cy="124049"/>
          </a:xfrm>
          <a:custGeom>
            <a:avLst/>
            <a:gdLst/>
            <a:ahLst/>
            <a:cxnLst/>
            <a:rect l="0" t="0" r="0" b="0"/>
            <a:pathLst>
              <a:path w="819" h="195">
                <a:moveTo>
                  <a:pt x="294" y="15"/>
                </a:moveTo>
                <a:lnTo>
                  <a:pt x="819" y="15"/>
                </a:lnTo>
                <a:moveTo>
                  <a:pt x="525" y="180"/>
                </a:moveTo>
                <a:lnTo>
                  <a:pt x="0" y="18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2" name="group 42"/>
          <p:cNvGrpSpPr/>
          <p:nvPr/>
        </p:nvGrpSpPr>
        <p:grpSpPr>
          <a:xfrm rot="21600000">
            <a:off x="6679349" y="3374922"/>
            <a:ext cx="525167" cy="226755"/>
            <a:chOff x="0" y="0"/>
            <a:chExt cx="525167" cy="226755"/>
          </a:xfrm>
        </p:grpSpPr>
        <p:sp>
          <p:nvSpPr>
            <p:cNvPr id="636" name="path 636"/>
            <p:cNvSpPr/>
            <p:nvPr/>
          </p:nvSpPr>
          <p:spPr>
            <a:xfrm>
              <a:off x="143284" y="105149"/>
              <a:ext cx="196084" cy="121605"/>
            </a:xfrm>
            <a:custGeom>
              <a:avLst/>
              <a:gdLst/>
              <a:ahLst/>
              <a:cxnLst/>
              <a:rect l="0" t="0" r="0" b="0"/>
              <a:pathLst>
                <a:path w="308" h="191">
                  <a:moveTo>
                    <a:pt x="301" y="13"/>
                  </a:moveTo>
                  <a:lnTo>
                    <a:pt x="7" y="17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38" name="path 638"/>
            <p:cNvSpPr/>
            <p:nvPr/>
          </p:nvSpPr>
          <p:spPr>
            <a:xfrm>
              <a:off x="0" y="8302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0" name="path 640"/>
            <p:cNvSpPr/>
            <p:nvPr/>
          </p:nvSpPr>
          <p:spPr>
            <a:xfrm>
              <a:off x="329083" y="0"/>
              <a:ext cx="196084" cy="121605"/>
            </a:xfrm>
            <a:custGeom>
              <a:avLst/>
              <a:gdLst/>
              <a:ahLst/>
              <a:cxnLst/>
              <a:rect l="0" t="0" r="0" b="0"/>
              <a:pathLst>
                <a:path w="308" h="191">
                  <a:moveTo>
                    <a:pt x="301" y="13"/>
                  </a:moveTo>
                  <a:lnTo>
                    <a:pt x="7" y="17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42" name="path 642"/>
          <p:cNvSpPr/>
          <p:nvPr/>
        </p:nvSpPr>
        <p:spPr>
          <a:xfrm>
            <a:off x="6674681" y="3374922"/>
            <a:ext cx="196084" cy="121605"/>
          </a:xfrm>
          <a:custGeom>
            <a:avLst/>
            <a:gdLst/>
            <a:ahLst/>
            <a:cxnLst/>
            <a:rect l="0" t="0" r="0" b="0"/>
            <a:pathLst>
              <a:path w="308" h="191">
                <a:moveTo>
                  <a:pt x="7" y="178"/>
                </a:moveTo>
                <a:lnTo>
                  <a:pt x="301" y="13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4" name="group 44"/>
          <p:cNvGrpSpPr/>
          <p:nvPr/>
        </p:nvGrpSpPr>
        <p:grpSpPr>
          <a:xfrm rot="21600000">
            <a:off x="6860482" y="3268450"/>
            <a:ext cx="529835" cy="124300"/>
            <a:chOff x="0" y="0"/>
            <a:chExt cx="529835" cy="124300"/>
          </a:xfrm>
        </p:grpSpPr>
        <p:sp>
          <p:nvSpPr>
            <p:cNvPr id="644" name="path 644"/>
            <p:cNvSpPr/>
            <p:nvPr/>
          </p:nvSpPr>
          <p:spPr>
            <a:xfrm>
              <a:off x="5616" y="105250"/>
              <a:ext cx="333750" cy="19050"/>
            </a:xfrm>
            <a:custGeom>
              <a:avLst/>
              <a:gdLst/>
              <a:ahLst/>
              <a:cxnLst/>
              <a:rect l="0" t="0" r="0" b="0"/>
              <a:pathLst>
                <a:path w="525" h="30">
                  <a:moveTo>
                    <a:pt x="0" y="15"/>
                  </a:moveTo>
                  <a:lnTo>
                    <a:pt x="525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6" name="path 646"/>
            <p:cNvSpPr/>
            <p:nvPr/>
          </p:nvSpPr>
          <p:spPr>
            <a:xfrm>
              <a:off x="4667" y="9525"/>
              <a:ext cx="520500" cy="104999"/>
            </a:xfrm>
            <a:custGeom>
              <a:avLst/>
              <a:gdLst/>
              <a:ahLst/>
              <a:cxnLst/>
              <a:rect l="0" t="0" r="0" b="0"/>
              <a:pathLst>
                <a:path w="819" h="165">
                  <a:moveTo>
                    <a:pt x="0" y="165"/>
                  </a:moveTo>
                  <a:lnTo>
                    <a:pt x="294" y="0"/>
                  </a:lnTo>
                  <a:lnTo>
                    <a:pt x="819" y="0"/>
                  </a:lnTo>
                  <a:lnTo>
                    <a:pt x="525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8" name="path 648"/>
            <p:cNvSpPr/>
            <p:nvPr/>
          </p:nvSpPr>
          <p:spPr>
            <a:xfrm>
              <a:off x="0" y="0"/>
              <a:ext cx="529835" cy="124049"/>
            </a:xfrm>
            <a:custGeom>
              <a:avLst/>
              <a:gdLst/>
              <a:ahLst/>
              <a:cxnLst/>
              <a:rect l="0" t="0" r="0" b="0"/>
              <a:pathLst>
                <a:path w="834" h="195">
                  <a:moveTo>
                    <a:pt x="7" y="180"/>
                  </a:moveTo>
                  <a:lnTo>
                    <a:pt x="301" y="15"/>
                  </a:lnTo>
                  <a:lnTo>
                    <a:pt x="827" y="15"/>
                  </a:lnTo>
                  <a:lnTo>
                    <a:pt x="532" y="180"/>
                  </a:lnTo>
                  <a:lnTo>
                    <a:pt x="7" y="180"/>
                  </a:lnTo>
                  <a:close/>
                  <a:moveTo>
                    <a:pt x="827" y="15"/>
                  </a:moveTo>
                  <a:lnTo>
                    <a:pt x="539" y="17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50" name="path 650"/>
          <p:cNvSpPr/>
          <p:nvPr/>
        </p:nvSpPr>
        <p:spPr>
          <a:xfrm>
            <a:off x="6679349" y="3478700"/>
            <a:ext cx="333751" cy="19050"/>
          </a:xfrm>
          <a:custGeom>
            <a:avLst/>
            <a:gdLst/>
            <a:ahLst/>
            <a:cxnLst/>
            <a:rect l="0" t="0" r="0" b="0"/>
            <a:pathLst>
              <a:path w="525" h="30">
                <a:moveTo>
                  <a:pt x="525" y="15"/>
                </a:moveTo>
                <a:lnTo>
                  <a:pt x="0" y="15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6" name="group 46"/>
          <p:cNvGrpSpPr/>
          <p:nvPr/>
        </p:nvGrpSpPr>
        <p:grpSpPr>
          <a:xfrm rot="21600000">
            <a:off x="6832287" y="3278149"/>
            <a:ext cx="562887" cy="1010480"/>
            <a:chOff x="0" y="0"/>
            <a:chExt cx="562887" cy="1010480"/>
          </a:xfrm>
        </p:grpSpPr>
        <p:sp>
          <p:nvSpPr>
            <p:cNvPr id="652" name="path 652"/>
            <p:cNvSpPr/>
            <p:nvPr/>
          </p:nvSpPr>
          <p:spPr>
            <a:xfrm>
              <a:off x="5225" y="208450"/>
              <a:ext cx="182400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1"/>
                  </a:lnTo>
                  <a:lnTo>
                    <a:pt x="287" y="0"/>
                  </a:lnTo>
                  <a:lnTo>
                    <a:pt x="0" y="165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4" name="path 654"/>
            <p:cNvSpPr/>
            <p:nvPr/>
          </p:nvSpPr>
          <p:spPr>
            <a:xfrm>
              <a:off x="475" y="200194"/>
              <a:ext cx="196675" cy="471610"/>
            </a:xfrm>
            <a:custGeom>
              <a:avLst/>
              <a:gdLst/>
              <a:ahLst/>
              <a:cxnLst/>
              <a:rect l="0" t="0" r="0" b="0"/>
              <a:pathLst>
                <a:path w="309" h="742">
                  <a:moveTo>
                    <a:pt x="7" y="729"/>
                  </a:moveTo>
                  <a:lnTo>
                    <a:pt x="294" y="564"/>
                  </a:lnTo>
                  <a:lnTo>
                    <a:pt x="294" y="13"/>
                  </a:lnTo>
                  <a:lnTo>
                    <a:pt x="7" y="17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6" name="path 656"/>
            <p:cNvSpPr/>
            <p:nvPr/>
          </p:nvSpPr>
          <p:spPr>
            <a:xfrm>
              <a:off x="188093" y="101748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58" name="path 658"/>
            <p:cNvSpPr/>
            <p:nvPr/>
          </p:nvSpPr>
          <p:spPr>
            <a:xfrm>
              <a:off x="178568" y="93435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0" name="path 660"/>
            <p:cNvSpPr/>
            <p:nvPr/>
          </p:nvSpPr>
          <p:spPr>
            <a:xfrm>
              <a:off x="370962" y="0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2" name="path 662"/>
            <p:cNvSpPr/>
            <p:nvPr/>
          </p:nvSpPr>
          <p:spPr>
            <a:xfrm>
              <a:off x="361437" y="0"/>
              <a:ext cx="201449" cy="463413"/>
            </a:xfrm>
            <a:custGeom>
              <a:avLst/>
              <a:gdLst/>
              <a:ahLst/>
              <a:cxnLst/>
              <a:rect l="0" t="0" r="0" b="0"/>
              <a:pathLst>
                <a:path w="317" h="729">
                  <a:moveTo>
                    <a:pt x="15" y="716"/>
                  </a:moveTo>
                  <a:lnTo>
                    <a:pt x="302" y="556"/>
                  </a:lnTo>
                  <a:lnTo>
                    <a:pt x="302" y="0"/>
                  </a:lnTo>
                  <a:moveTo>
                    <a:pt x="15" y="160"/>
                  </a:moveTo>
                  <a:lnTo>
                    <a:pt x="15" y="716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4" name="path 664"/>
            <p:cNvSpPr/>
            <p:nvPr/>
          </p:nvSpPr>
          <p:spPr>
            <a:xfrm>
              <a:off x="4750" y="547125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1"/>
                  </a:lnTo>
                  <a:lnTo>
                    <a:pt x="287" y="0"/>
                  </a:lnTo>
                  <a:lnTo>
                    <a:pt x="0" y="165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6" name="path 666"/>
            <p:cNvSpPr/>
            <p:nvPr/>
          </p:nvSpPr>
          <p:spPr>
            <a:xfrm>
              <a:off x="0" y="538869"/>
              <a:ext cx="196675" cy="471610"/>
            </a:xfrm>
            <a:custGeom>
              <a:avLst/>
              <a:gdLst/>
              <a:ahLst/>
              <a:cxnLst/>
              <a:rect l="0" t="0" r="0" b="0"/>
              <a:pathLst>
                <a:path w="309" h="742">
                  <a:moveTo>
                    <a:pt x="7" y="729"/>
                  </a:moveTo>
                  <a:lnTo>
                    <a:pt x="294" y="564"/>
                  </a:lnTo>
                  <a:lnTo>
                    <a:pt x="294" y="13"/>
                  </a:lnTo>
                  <a:lnTo>
                    <a:pt x="7" y="17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8" name="path 668"/>
            <p:cNvSpPr/>
            <p:nvPr/>
          </p:nvSpPr>
          <p:spPr>
            <a:xfrm>
              <a:off x="187618" y="440423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70" name="path 670"/>
            <p:cNvSpPr/>
            <p:nvPr/>
          </p:nvSpPr>
          <p:spPr>
            <a:xfrm>
              <a:off x="178093" y="432110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72" name="path 672"/>
            <p:cNvSpPr/>
            <p:nvPr/>
          </p:nvSpPr>
          <p:spPr>
            <a:xfrm>
              <a:off x="370487" y="338675"/>
              <a:ext cx="182399" cy="455100"/>
            </a:xfrm>
            <a:custGeom>
              <a:avLst/>
              <a:gdLst/>
              <a:ahLst/>
              <a:cxnLst/>
              <a:rect l="0" t="0" r="0" b="0"/>
              <a:pathLst>
                <a:path w="287" h="716">
                  <a:moveTo>
                    <a:pt x="0" y="716"/>
                  </a:moveTo>
                  <a:lnTo>
                    <a:pt x="287" y="556"/>
                  </a:lnTo>
                  <a:lnTo>
                    <a:pt x="287" y="0"/>
                  </a:lnTo>
                  <a:lnTo>
                    <a:pt x="0" y="160"/>
                  </a:lnTo>
                  <a:lnTo>
                    <a:pt x="0" y="716"/>
                  </a:lnTo>
                  <a:close/>
                </a:path>
              </a:pathLst>
            </a:custGeom>
            <a:solidFill>
              <a:srgbClr val="A1E8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74" name="path 674"/>
            <p:cNvSpPr/>
            <p:nvPr/>
          </p:nvSpPr>
          <p:spPr>
            <a:xfrm>
              <a:off x="360962" y="330361"/>
              <a:ext cx="201449" cy="471727"/>
            </a:xfrm>
            <a:custGeom>
              <a:avLst/>
              <a:gdLst/>
              <a:ahLst/>
              <a:cxnLst/>
              <a:rect l="0" t="0" r="0" b="0"/>
              <a:pathLst>
                <a:path w="317" h="742">
                  <a:moveTo>
                    <a:pt x="15" y="729"/>
                  </a:moveTo>
                  <a:lnTo>
                    <a:pt x="302" y="569"/>
                  </a:lnTo>
                  <a:lnTo>
                    <a:pt x="302" y="13"/>
                  </a:lnTo>
                  <a:lnTo>
                    <a:pt x="15" y="173"/>
                  </a:lnTo>
                  <a:lnTo>
                    <a:pt x="15" y="7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76" name="textbox 676"/>
          <p:cNvSpPr/>
          <p:nvPr/>
        </p:nvSpPr>
        <p:spPr>
          <a:xfrm>
            <a:off x="6133928" y="1961544"/>
            <a:ext cx="173989" cy="2037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678" name="path 678"/>
          <p:cNvSpPr/>
          <p:nvPr/>
        </p:nvSpPr>
        <p:spPr>
          <a:xfrm>
            <a:off x="6827513" y="3930250"/>
            <a:ext cx="19050" cy="350124"/>
          </a:xfrm>
          <a:custGeom>
            <a:avLst/>
            <a:gdLst/>
            <a:ahLst/>
            <a:cxnLst/>
            <a:rect l="0" t="0" r="0" b="0"/>
            <a:pathLst>
              <a:path w="30" h="551">
                <a:moveTo>
                  <a:pt x="15" y="0"/>
                </a:moveTo>
                <a:lnTo>
                  <a:pt x="15" y="551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0" name="path 680"/>
          <p:cNvSpPr/>
          <p:nvPr/>
        </p:nvSpPr>
        <p:spPr>
          <a:xfrm>
            <a:off x="2490474" y="2490474"/>
            <a:ext cx="4403500" cy="2230525"/>
          </a:xfrm>
          <a:custGeom>
            <a:avLst/>
            <a:gdLst/>
            <a:ahLst/>
            <a:cxnLst/>
            <a:rect l="0" t="0" r="0" b="0"/>
            <a:pathLst>
              <a:path w="6934" h="3512">
                <a:moveTo>
                  <a:pt x="6209" y="3142"/>
                </a:moveTo>
                <a:lnTo>
                  <a:pt x="6209" y="3142"/>
                </a:lnTo>
                <a:cubicBezTo>
                  <a:pt x="6209" y="2946"/>
                  <a:pt x="6368" y="2787"/>
                  <a:pt x="6564" y="2787"/>
                </a:cubicBezTo>
                <a:lnTo>
                  <a:pt x="6564" y="2787"/>
                </a:lnTo>
                <a:cubicBezTo>
                  <a:pt x="6658" y="2787"/>
                  <a:pt x="6749" y="2824"/>
                  <a:pt x="6815" y="2891"/>
                </a:cubicBezTo>
                <a:cubicBezTo>
                  <a:pt x="6882" y="2958"/>
                  <a:pt x="6919" y="3048"/>
                  <a:pt x="6919" y="3142"/>
                </a:cubicBezTo>
                <a:lnTo>
                  <a:pt x="6919" y="3142"/>
                </a:lnTo>
                <a:cubicBezTo>
                  <a:pt x="6919" y="3338"/>
                  <a:pt x="6760" y="3497"/>
                  <a:pt x="6564" y="3497"/>
                </a:cubicBezTo>
                <a:lnTo>
                  <a:pt x="6564" y="3497"/>
                </a:lnTo>
                <a:cubicBezTo>
                  <a:pt x="6368" y="3497"/>
                  <a:pt x="6209" y="3338"/>
                  <a:pt x="6209" y="3142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2" name="textbox 682"/>
          <p:cNvSpPr/>
          <p:nvPr/>
        </p:nvSpPr>
        <p:spPr>
          <a:xfrm>
            <a:off x="3701898" y="3222631"/>
            <a:ext cx="737869" cy="259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43"/>
              </a:lnSpc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(dim</a:t>
            </a:r>
            <a:r>
              <a:rPr sz="1400" kern="0" spc="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400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1)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684" name="textbox 684"/>
          <p:cNvSpPr/>
          <p:nvPr/>
        </p:nvSpPr>
        <p:spPr>
          <a:xfrm>
            <a:off x="7184968" y="4216569"/>
            <a:ext cx="13207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686" name="textbox 686"/>
          <p:cNvSpPr/>
          <p:nvPr/>
        </p:nvSpPr>
        <p:spPr>
          <a:xfrm>
            <a:off x="6935343" y="2520595"/>
            <a:ext cx="13207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688" name="textbox 688"/>
          <p:cNvSpPr/>
          <p:nvPr/>
        </p:nvSpPr>
        <p:spPr>
          <a:xfrm>
            <a:off x="6608964" y="4401151"/>
            <a:ext cx="123189" cy="218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690" name="path 690"/>
          <p:cNvSpPr/>
          <p:nvPr/>
        </p:nvSpPr>
        <p:spPr>
          <a:xfrm>
            <a:off x="6827987" y="3591574"/>
            <a:ext cx="19050" cy="350125"/>
          </a:xfrm>
          <a:custGeom>
            <a:avLst/>
            <a:gdLst/>
            <a:ahLst/>
            <a:cxnLst/>
            <a:rect l="0" t="0" r="0" b="0"/>
            <a:pathLst>
              <a:path w="30" h="551">
                <a:moveTo>
                  <a:pt x="15" y="0"/>
                </a:moveTo>
                <a:lnTo>
                  <a:pt x="15" y="551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textbox 692"/>
          <p:cNvSpPr/>
          <p:nvPr/>
        </p:nvSpPr>
        <p:spPr>
          <a:xfrm>
            <a:off x="388016" y="614748"/>
            <a:ext cx="5591175" cy="1043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9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6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 --Operators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467"/>
              </a:lnSpc>
              <a:spcBef>
                <a:spcPts val="1"/>
              </a:spcBef>
              <a:tabLst/>
            </a:pP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</a:t>
            </a:r>
            <a:r>
              <a:rPr sz="1800" b="1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Transpose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: transpose two speciﬁed dimens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694" name="textbox 694"/>
          <p:cNvSpPr/>
          <p:nvPr/>
        </p:nvSpPr>
        <p:spPr>
          <a:xfrm>
            <a:off x="853126" y="2772671"/>
            <a:ext cx="2872104" cy="1690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5000"/>
              </a:lnSpc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torch.Size([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2,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])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r" rtl="0" eaLnBrk="0">
              <a:lnSpc>
                <a:spcPct val="91000"/>
              </a:lnSpc>
              <a:spcBef>
                <a:spcPts val="1624"/>
              </a:spcBef>
              <a:tabLst/>
            </a:pP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700" kern="0" spc="1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7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</a:t>
            </a:r>
            <a:r>
              <a:rPr sz="1700" b="1" kern="0" spc="-7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</a:t>
            </a:r>
            <a:r>
              <a:rPr sz="1700" b="1" kern="0" spc="-8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ranspose(0,</a:t>
            </a:r>
            <a:r>
              <a:rPr sz="1700" b="1" kern="0" spc="-4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700" b="1" kern="0" spc="-8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1)</a:t>
            </a:r>
            <a:endParaRPr sz="1700" dirty="0">
              <a:latin typeface="Courier New"/>
              <a:ea typeface="Courier New"/>
              <a:cs typeface="Courier New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551"/>
              </a:spcBef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x.shape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5000"/>
              </a:lnSpc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torch.Size([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3,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2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])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696" name="textbox 696"/>
          <p:cNvSpPr/>
          <p:nvPr/>
        </p:nvSpPr>
        <p:spPr>
          <a:xfrm>
            <a:off x="853126" y="1836935"/>
            <a:ext cx="3100704" cy="747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torch.zeros([2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3])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x.shape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698" name="rect 698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700" name="table 700"/>
          <p:cNvGraphicFramePr>
            <a:graphicFrameLocks noGrp="1"/>
          </p:cNvGraphicFramePr>
          <p:nvPr/>
        </p:nvGraphicFramePr>
        <p:xfrm>
          <a:off x="6345575" y="1860875"/>
          <a:ext cx="1049020" cy="705485"/>
        </p:xfrm>
        <a:graphic>
          <a:graphicData uri="http://schemas.openxmlformats.org/drawingml/2006/table">
            <a:tbl>
              <a:tblPr/>
              <a:tblGrid>
                <a:gridCol w="352425"/>
                <a:gridCol w="343534"/>
                <a:gridCol w="353059"/>
              </a:tblGrid>
              <a:tr h="352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  <a:tr h="353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2" name="table 702"/>
          <p:cNvGraphicFramePr>
            <a:graphicFrameLocks noGrp="1"/>
          </p:cNvGraphicFramePr>
          <p:nvPr/>
        </p:nvGraphicFramePr>
        <p:xfrm>
          <a:off x="6498175" y="3345325"/>
          <a:ext cx="705485" cy="1049019"/>
        </p:xfrm>
        <a:graphic>
          <a:graphicData uri="http://schemas.openxmlformats.org/drawingml/2006/table">
            <a:tbl>
              <a:tblPr/>
              <a:tblGrid>
                <a:gridCol w="352425"/>
                <a:gridCol w="353059"/>
              </a:tblGrid>
              <a:tr h="352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  <a:tr h="343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  <a:tr h="353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E8D9"/>
                    </a:solidFill>
                  </a:tcPr>
                </a:tc>
              </a:tr>
            </a:tbl>
          </a:graphicData>
        </a:graphic>
      </p:graphicFrame>
      <p:sp>
        <p:nvSpPr>
          <p:cNvPr id="704" name="textbox 704"/>
          <p:cNvSpPr/>
          <p:nvPr/>
        </p:nvSpPr>
        <p:spPr>
          <a:xfrm>
            <a:off x="6239868" y="3773295"/>
            <a:ext cx="13207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706" name="textbox 706"/>
          <p:cNvSpPr/>
          <p:nvPr/>
        </p:nvSpPr>
        <p:spPr>
          <a:xfrm>
            <a:off x="6808918" y="2676144"/>
            <a:ext cx="13207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708" name="textbox 708"/>
          <p:cNvSpPr/>
          <p:nvPr/>
        </p:nvSpPr>
        <p:spPr>
          <a:xfrm>
            <a:off x="6790377" y="4504094"/>
            <a:ext cx="132079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710" name="textbox 710"/>
          <p:cNvSpPr/>
          <p:nvPr/>
        </p:nvSpPr>
        <p:spPr>
          <a:xfrm>
            <a:off x="6049577" y="2117094"/>
            <a:ext cx="132079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textbox 712"/>
          <p:cNvSpPr/>
          <p:nvPr/>
        </p:nvSpPr>
        <p:spPr>
          <a:xfrm>
            <a:off x="388016" y="614748"/>
            <a:ext cx="4479925" cy="3848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9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6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 --Operators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9379" algn="l" rtl="0" eaLnBrk="0">
              <a:lnSpc>
                <a:spcPts val="2467"/>
              </a:lnSpc>
              <a:spcBef>
                <a:spcPts val="548"/>
              </a:spcBef>
              <a:tabLst/>
            </a:pP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b="1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Cat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: concatenate multiple 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tensors</a:t>
            </a:r>
            <a:endParaRPr sz="1800" dirty="0">
              <a:latin typeface="Arial"/>
              <a:ea typeface="Arial"/>
              <a:cs typeface="Arial"/>
            </a:endParaRPr>
          </a:p>
          <a:p>
            <a:pPr marL="477519" algn="l" rtl="0" eaLnBrk="0">
              <a:lnSpc>
                <a:spcPct val="95000"/>
              </a:lnSpc>
              <a:spcBef>
                <a:spcPts val="1611"/>
              </a:spcBef>
              <a:tabLst/>
            </a:pP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torch.zeros([2,</a:t>
            </a:r>
            <a:r>
              <a:rPr sz="1800" kern="0" spc="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b="1" kern="0" spc="-2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3]</a:t>
            </a:r>
            <a:r>
              <a:rPr sz="18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marL="477519" algn="l" rtl="0" eaLnBrk="0">
              <a:lnSpc>
                <a:spcPct val="93000"/>
              </a:lnSpc>
              <a:spcBef>
                <a:spcPts val="1619"/>
              </a:spcBef>
              <a:tabLst/>
            </a:pP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torch.zeros([2,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b="1" kern="0" spc="-2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3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3])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marL="477519" algn="l" rtl="0" eaLnBrk="0">
              <a:lnSpc>
                <a:spcPct val="95000"/>
              </a:lnSpc>
              <a:spcBef>
                <a:spcPts val="1688"/>
              </a:spcBef>
              <a:tabLst/>
            </a:pP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z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torch.zer</a:t>
            </a:r>
            <a:r>
              <a:rPr sz="18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os([2,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b="1" kern="0" spc="-3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8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3])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marL="477519" algn="l" rtl="0" eaLnBrk="0">
              <a:lnSpc>
                <a:spcPct val="161000"/>
              </a:lnSpc>
              <a:spcBef>
                <a:spcPts val="357"/>
              </a:spcBef>
              <a:tabLst/>
            </a:pP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w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</a:t>
            </a:r>
            <a:r>
              <a:rPr sz="1800" b="1" kern="0" spc="-7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cat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</a:t>
            </a:r>
            <a:r>
              <a:rPr sz="1800" b="1" kern="0" spc="-7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x,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y,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z</a:t>
            </a:r>
            <a:r>
              <a:rPr sz="1800" b="1" kern="0" spc="-8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]</a:t>
            </a:r>
            <a:r>
              <a:rPr sz="18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b="1" kern="0" spc="-8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dim=1</a:t>
            </a:r>
            <a:r>
              <a:rPr sz="18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w.shape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0694" algn="l" rtl="0" eaLnBrk="0">
              <a:lnSpc>
                <a:spcPct val="95000"/>
              </a:lnSpc>
              <a:tabLst/>
            </a:pP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torch.Size([2,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b="1" kern="0" spc="-2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6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3])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714" name="textbox 714"/>
          <p:cNvSpPr/>
          <p:nvPr/>
        </p:nvSpPr>
        <p:spPr>
          <a:xfrm>
            <a:off x="5618163" y="545895"/>
            <a:ext cx="523240" cy="3811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ts val="1147"/>
              </a:lnSpc>
              <a:tabLst/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x</a:t>
            </a:r>
            <a:endParaRPr sz="1600" dirty="0">
              <a:latin typeface="Courier New"/>
              <a:ea typeface="Courier New"/>
              <a:cs typeface="Courier New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79"/>
              </a:lnSpc>
              <a:spcBef>
                <a:spcPts val="484"/>
              </a:spcBef>
              <a:tabLst/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y</a:t>
            </a:r>
            <a:endParaRPr sz="1600" dirty="0">
              <a:latin typeface="Courier New"/>
              <a:ea typeface="Courier New"/>
              <a:cs typeface="Courier New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ts val="1147"/>
              </a:lnSpc>
              <a:spcBef>
                <a:spcPts val="491"/>
              </a:spcBef>
              <a:tabLst/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z</a:t>
            </a:r>
            <a:endParaRPr sz="1600" dirty="0">
              <a:latin typeface="Courier New"/>
              <a:ea typeface="Courier New"/>
              <a:cs typeface="Courier New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ts val="920"/>
              </a:lnSpc>
              <a:spcBef>
                <a:spcPts val="484"/>
              </a:spcBef>
              <a:tabLst/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w</a:t>
            </a:r>
            <a:endParaRPr sz="16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ct val="81000"/>
              </a:lnSpc>
              <a:spcBef>
                <a:spcPts val="4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716" name="rect 716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718" name="table 718"/>
          <p:cNvGraphicFramePr>
            <a:graphicFrameLocks noGrp="1"/>
          </p:cNvGraphicFramePr>
          <p:nvPr/>
        </p:nvGraphicFramePr>
        <p:xfrm>
          <a:off x="6223875" y="3987824"/>
          <a:ext cx="266065" cy="266064"/>
        </p:xfrm>
        <a:graphic>
          <a:graphicData uri="http://schemas.openxmlformats.org/drawingml/2006/table">
            <a:tbl>
              <a:tblPr>
                <a:solidFill>
                  <a:srgbClr val="EA9999"/>
                </a:solidFill>
              </a:tblPr>
              <a:tblGrid>
                <a:gridCol w="266065"/>
              </a:tblGrid>
              <a:tr h="2470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sp>
        <p:nvSpPr>
          <p:cNvPr id="720" name="path 720"/>
          <p:cNvSpPr/>
          <p:nvPr/>
        </p:nvSpPr>
        <p:spPr>
          <a:xfrm>
            <a:off x="6233400" y="3912192"/>
            <a:ext cx="374915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2" name="path 722"/>
          <p:cNvSpPr/>
          <p:nvPr/>
        </p:nvSpPr>
        <p:spPr>
          <a:xfrm>
            <a:off x="6367231" y="3836453"/>
            <a:ext cx="374915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724" name="table 724"/>
          <p:cNvGraphicFramePr>
            <a:graphicFrameLocks noGrp="1"/>
          </p:cNvGraphicFramePr>
          <p:nvPr/>
        </p:nvGraphicFramePr>
        <p:xfrm>
          <a:off x="6223875" y="4235247"/>
          <a:ext cx="266065" cy="266065"/>
        </p:xfrm>
        <a:graphic>
          <a:graphicData uri="http://schemas.openxmlformats.org/drawingml/2006/table">
            <a:tbl>
              <a:tblPr>
                <a:solidFill>
                  <a:srgbClr val="EA9999"/>
                </a:solidFill>
              </a:tblPr>
              <a:tblGrid>
                <a:gridCol w="266065"/>
              </a:tblGrid>
              <a:tr h="247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sp>
        <p:nvSpPr>
          <p:cNvPr id="726" name="path 726"/>
          <p:cNvSpPr/>
          <p:nvPr/>
        </p:nvSpPr>
        <p:spPr>
          <a:xfrm>
            <a:off x="6471631" y="3920439"/>
            <a:ext cx="150432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397"/>
                </a:moveTo>
                <a:lnTo>
                  <a:pt x="221" y="0"/>
                </a:lnTo>
                <a:moveTo>
                  <a:pt x="15" y="119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8" name="group 48"/>
          <p:cNvGrpSpPr/>
          <p:nvPr/>
        </p:nvGrpSpPr>
        <p:grpSpPr>
          <a:xfrm rot="21600000">
            <a:off x="6228731" y="3761863"/>
            <a:ext cx="651916" cy="738587"/>
            <a:chOff x="0" y="0"/>
            <a:chExt cx="651916" cy="738587"/>
          </a:xfrm>
        </p:grpSpPr>
        <p:sp>
          <p:nvSpPr>
            <p:cNvPr id="728" name="path 728"/>
            <p:cNvSpPr/>
            <p:nvPr/>
          </p:nvSpPr>
          <p:spPr>
            <a:xfrm>
              <a:off x="4668" y="159854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0" name="path 730"/>
            <p:cNvSpPr/>
            <p:nvPr/>
          </p:nvSpPr>
          <p:spPr>
            <a:xfrm>
              <a:off x="0" y="151551"/>
              <a:ext cx="384253" cy="92237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2" name="path 732"/>
            <p:cNvSpPr/>
            <p:nvPr/>
          </p:nvSpPr>
          <p:spPr>
            <a:xfrm>
              <a:off x="138500" y="84114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4" name="path 734"/>
            <p:cNvSpPr/>
            <p:nvPr/>
          </p:nvSpPr>
          <p:spPr>
            <a:xfrm>
              <a:off x="133831" y="75812"/>
              <a:ext cx="384252" cy="92236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6" name="path 736"/>
            <p:cNvSpPr/>
            <p:nvPr/>
          </p:nvSpPr>
          <p:spPr>
            <a:xfrm>
              <a:off x="272331" y="8302"/>
              <a:ext cx="374916" cy="75632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8" name="path 738"/>
            <p:cNvSpPr/>
            <p:nvPr/>
          </p:nvSpPr>
          <p:spPr>
            <a:xfrm>
              <a:off x="267663" y="0"/>
              <a:ext cx="384252" cy="92237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0" name="path 740"/>
            <p:cNvSpPr/>
            <p:nvPr/>
          </p:nvSpPr>
          <p:spPr>
            <a:xfrm>
              <a:off x="252425" y="158575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397"/>
                  </a:lnTo>
                  <a:lnTo>
                    <a:pt x="206" y="0"/>
                  </a:lnTo>
                  <a:lnTo>
                    <a:pt x="0" y="119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2" name="path 742"/>
            <p:cNvSpPr/>
            <p:nvPr/>
          </p:nvSpPr>
          <p:spPr>
            <a:xfrm>
              <a:off x="247674" y="150320"/>
              <a:ext cx="140885" cy="344319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0"/>
                  </a:lnTo>
                  <a:moveTo>
                    <a:pt x="214" y="13"/>
                  </a:move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4" name="path 744"/>
            <p:cNvSpPr/>
            <p:nvPr/>
          </p:nvSpPr>
          <p:spPr>
            <a:xfrm>
              <a:off x="384144" y="81718"/>
              <a:ext cx="131384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6" name="path 746"/>
            <p:cNvSpPr/>
            <p:nvPr/>
          </p:nvSpPr>
          <p:spPr>
            <a:xfrm>
              <a:off x="379496" y="73405"/>
              <a:ext cx="140679" cy="344435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3"/>
                  </a:lnTo>
                  <a:moveTo>
                    <a:pt x="214" y="13"/>
                  </a:move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48" name="path 748"/>
            <p:cNvSpPr/>
            <p:nvPr/>
          </p:nvSpPr>
          <p:spPr>
            <a:xfrm>
              <a:off x="515866" y="8429"/>
              <a:ext cx="131381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50" name="path 750"/>
            <p:cNvSpPr/>
            <p:nvPr/>
          </p:nvSpPr>
          <p:spPr>
            <a:xfrm>
              <a:off x="511217" y="115"/>
              <a:ext cx="140679" cy="344435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3"/>
                  </a:lnTo>
                  <a:moveTo>
                    <a:pt x="214" y="13"/>
                  </a:move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52" name="path 752"/>
            <p:cNvSpPr/>
            <p:nvPr/>
          </p:nvSpPr>
          <p:spPr>
            <a:xfrm>
              <a:off x="252083" y="402523"/>
              <a:ext cx="131383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397"/>
                  </a:lnTo>
                  <a:lnTo>
                    <a:pt x="206" y="0"/>
                  </a:lnTo>
                  <a:lnTo>
                    <a:pt x="0" y="119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54" name="path 754"/>
            <p:cNvSpPr/>
            <p:nvPr/>
          </p:nvSpPr>
          <p:spPr>
            <a:xfrm>
              <a:off x="247331" y="394267"/>
              <a:ext cx="140884" cy="344319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0"/>
                  </a:lnTo>
                  <a:moveTo>
                    <a:pt x="214" y="13"/>
                  </a:move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56" name="path 756"/>
            <p:cNvSpPr/>
            <p:nvPr/>
          </p:nvSpPr>
          <p:spPr>
            <a:xfrm>
              <a:off x="383803" y="325666"/>
              <a:ext cx="131381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58" name="path 758"/>
            <p:cNvSpPr/>
            <p:nvPr/>
          </p:nvSpPr>
          <p:spPr>
            <a:xfrm>
              <a:off x="379155" y="317352"/>
              <a:ext cx="140679" cy="344435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3"/>
                  </a:lnTo>
                  <a:moveTo>
                    <a:pt x="214" y="13"/>
                  </a:move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0" name="path 760"/>
            <p:cNvSpPr/>
            <p:nvPr/>
          </p:nvSpPr>
          <p:spPr>
            <a:xfrm>
              <a:off x="515523" y="252376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2" name="path 762"/>
            <p:cNvSpPr/>
            <p:nvPr/>
          </p:nvSpPr>
          <p:spPr>
            <a:xfrm>
              <a:off x="510875" y="244062"/>
              <a:ext cx="140679" cy="344435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3"/>
                  </a:lnTo>
                  <a:moveTo>
                    <a:pt x="214" y="13"/>
                  </a:move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4" name="path 764"/>
            <p:cNvSpPr/>
            <p:nvPr/>
          </p:nvSpPr>
          <p:spPr>
            <a:xfrm>
              <a:off x="254704" y="235507"/>
              <a:ext cx="247422" cy="247422"/>
            </a:xfrm>
            <a:custGeom>
              <a:avLst/>
              <a:gdLst/>
              <a:ahLst/>
              <a:cxnLst/>
              <a:rect l="0" t="0" r="0" b="0"/>
              <a:pathLst>
                <a:path w="389" h="389">
                  <a:moveTo>
                    <a:pt x="0" y="0"/>
                  </a:moveTo>
                  <a:lnTo>
                    <a:pt x="389" y="0"/>
                  </a:lnTo>
                  <a:lnTo>
                    <a:pt x="389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6" name="path 766"/>
            <p:cNvSpPr/>
            <p:nvPr/>
          </p:nvSpPr>
          <p:spPr>
            <a:xfrm>
              <a:off x="245179" y="225982"/>
              <a:ext cx="266472" cy="266472"/>
            </a:xfrm>
            <a:custGeom>
              <a:avLst/>
              <a:gdLst/>
              <a:ahLst/>
              <a:cxnLst/>
              <a:rect l="0" t="0" r="0" b="0"/>
              <a:pathLst>
                <a:path w="419" h="419">
                  <a:moveTo>
                    <a:pt x="15" y="15"/>
                  </a:moveTo>
                  <a:lnTo>
                    <a:pt x="404" y="15"/>
                  </a:lnTo>
                  <a:lnTo>
                    <a:pt x="404" y="404"/>
                  </a:lnTo>
                  <a:lnTo>
                    <a:pt x="15" y="404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68" name="path 768"/>
          <p:cNvSpPr/>
          <p:nvPr/>
        </p:nvSpPr>
        <p:spPr>
          <a:xfrm>
            <a:off x="6501063" y="3760641"/>
            <a:ext cx="374916" cy="94682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70" name="path 770"/>
          <p:cNvSpPr/>
          <p:nvPr/>
        </p:nvSpPr>
        <p:spPr>
          <a:xfrm>
            <a:off x="6603351" y="3843582"/>
            <a:ext cx="150434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400"/>
                </a:moveTo>
                <a:lnTo>
                  <a:pt x="221" y="0"/>
                </a:lnTo>
                <a:moveTo>
                  <a:pt x="15" y="115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72" name="path 772"/>
          <p:cNvSpPr/>
          <p:nvPr/>
        </p:nvSpPr>
        <p:spPr>
          <a:xfrm>
            <a:off x="6735072" y="3770293"/>
            <a:ext cx="150431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400"/>
                </a:moveTo>
                <a:lnTo>
                  <a:pt x="221" y="0"/>
                </a:lnTo>
                <a:moveTo>
                  <a:pt x="15" y="115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74" name="path 774"/>
          <p:cNvSpPr/>
          <p:nvPr/>
        </p:nvSpPr>
        <p:spPr>
          <a:xfrm>
            <a:off x="6483436" y="3912213"/>
            <a:ext cx="374916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76" name="path 776"/>
          <p:cNvSpPr/>
          <p:nvPr/>
        </p:nvSpPr>
        <p:spPr>
          <a:xfrm>
            <a:off x="6978281" y="3912213"/>
            <a:ext cx="374916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78" name="path 778"/>
          <p:cNvSpPr/>
          <p:nvPr/>
        </p:nvSpPr>
        <p:spPr>
          <a:xfrm>
            <a:off x="7112113" y="3836474"/>
            <a:ext cx="374915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0" name="path 780"/>
          <p:cNvSpPr/>
          <p:nvPr/>
        </p:nvSpPr>
        <p:spPr>
          <a:xfrm>
            <a:off x="6471289" y="4164386"/>
            <a:ext cx="150433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397"/>
                </a:moveTo>
                <a:lnTo>
                  <a:pt x="221" y="0"/>
                </a:lnTo>
                <a:moveTo>
                  <a:pt x="15" y="119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2" name="path 782"/>
          <p:cNvSpPr/>
          <p:nvPr/>
        </p:nvSpPr>
        <p:spPr>
          <a:xfrm>
            <a:off x="6603010" y="4087529"/>
            <a:ext cx="150431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400"/>
                </a:moveTo>
                <a:lnTo>
                  <a:pt x="221" y="0"/>
                </a:lnTo>
                <a:moveTo>
                  <a:pt x="15" y="115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4" name="path 784"/>
          <p:cNvSpPr/>
          <p:nvPr/>
        </p:nvSpPr>
        <p:spPr>
          <a:xfrm>
            <a:off x="6734730" y="4014240"/>
            <a:ext cx="150432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400"/>
                </a:moveTo>
                <a:lnTo>
                  <a:pt x="221" y="0"/>
                </a:lnTo>
                <a:moveTo>
                  <a:pt x="15" y="115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6" name="path 786"/>
          <p:cNvSpPr/>
          <p:nvPr/>
        </p:nvSpPr>
        <p:spPr>
          <a:xfrm>
            <a:off x="7245945" y="3760663"/>
            <a:ext cx="374916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788" name="table 788"/>
          <p:cNvGraphicFramePr>
            <a:graphicFrameLocks noGrp="1"/>
          </p:cNvGraphicFramePr>
          <p:nvPr/>
        </p:nvGraphicFramePr>
        <p:xfrm>
          <a:off x="6473911" y="4235268"/>
          <a:ext cx="266064" cy="266065"/>
        </p:xfrm>
        <a:graphic>
          <a:graphicData uri="http://schemas.openxmlformats.org/drawingml/2006/table">
            <a:tbl>
              <a:tblPr>
                <a:solidFill>
                  <a:srgbClr val="FFE599"/>
                </a:solidFill>
              </a:tblPr>
              <a:tblGrid>
                <a:gridCol w="266064"/>
              </a:tblGrid>
              <a:tr h="247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0" name="table 790"/>
          <p:cNvGraphicFramePr>
            <a:graphicFrameLocks noGrp="1"/>
          </p:cNvGraphicFramePr>
          <p:nvPr/>
        </p:nvGraphicFramePr>
        <p:xfrm>
          <a:off x="6721333" y="4235268"/>
          <a:ext cx="266065" cy="266065"/>
        </p:xfrm>
        <a:graphic>
          <a:graphicData uri="http://schemas.openxmlformats.org/drawingml/2006/table">
            <a:tbl>
              <a:tblPr>
                <a:solidFill>
                  <a:srgbClr val="FFE599"/>
                </a:solidFill>
              </a:tblPr>
              <a:tblGrid>
                <a:gridCol w="266065"/>
              </a:tblGrid>
              <a:tr h="247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2" name="table 792"/>
          <p:cNvGraphicFramePr>
            <a:graphicFrameLocks noGrp="1"/>
          </p:cNvGraphicFramePr>
          <p:nvPr/>
        </p:nvGraphicFramePr>
        <p:xfrm>
          <a:off x="6968756" y="4235268"/>
          <a:ext cx="266065" cy="266065"/>
        </p:xfrm>
        <a:graphic>
          <a:graphicData uri="http://schemas.openxmlformats.org/drawingml/2006/table">
            <a:tbl>
              <a:tblPr>
                <a:solidFill>
                  <a:srgbClr val="FFE599"/>
                </a:solidFill>
              </a:tblPr>
              <a:tblGrid>
                <a:gridCol w="266065"/>
              </a:tblGrid>
              <a:tr h="247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794" name="path 794"/>
          <p:cNvSpPr/>
          <p:nvPr/>
        </p:nvSpPr>
        <p:spPr>
          <a:xfrm>
            <a:off x="7216513" y="3920460"/>
            <a:ext cx="150433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397"/>
                </a:moveTo>
                <a:lnTo>
                  <a:pt x="221" y="0"/>
                </a:lnTo>
                <a:moveTo>
                  <a:pt x="15" y="119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6" name="path 796"/>
          <p:cNvSpPr/>
          <p:nvPr/>
        </p:nvSpPr>
        <p:spPr>
          <a:xfrm>
            <a:off x="7348233" y="3843603"/>
            <a:ext cx="150432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400"/>
                </a:moveTo>
                <a:lnTo>
                  <a:pt x="221" y="0"/>
                </a:lnTo>
                <a:moveTo>
                  <a:pt x="15" y="115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50" name="group 50"/>
          <p:cNvGrpSpPr/>
          <p:nvPr/>
        </p:nvGrpSpPr>
        <p:grpSpPr>
          <a:xfrm rot="21600000">
            <a:off x="6478768" y="3761849"/>
            <a:ext cx="1146761" cy="738622"/>
            <a:chOff x="0" y="0"/>
            <a:chExt cx="1146761" cy="738622"/>
          </a:xfrm>
        </p:grpSpPr>
        <p:sp>
          <p:nvSpPr>
            <p:cNvPr id="798" name="path 798"/>
            <p:cNvSpPr/>
            <p:nvPr/>
          </p:nvSpPr>
          <p:spPr>
            <a:xfrm>
              <a:off x="252090" y="235521"/>
              <a:ext cx="247422" cy="247422"/>
            </a:xfrm>
            <a:custGeom>
              <a:avLst/>
              <a:gdLst/>
              <a:ahLst/>
              <a:cxnLst/>
              <a:rect l="0" t="0" r="0" b="0"/>
              <a:pathLst>
                <a:path w="389" h="389">
                  <a:moveTo>
                    <a:pt x="0" y="0"/>
                  </a:moveTo>
                  <a:lnTo>
                    <a:pt x="389" y="0"/>
                  </a:lnTo>
                  <a:lnTo>
                    <a:pt x="389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00" name="path 800"/>
            <p:cNvSpPr/>
            <p:nvPr/>
          </p:nvSpPr>
          <p:spPr>
            <a:xfrm>
              <a:off x="242565" y="225996"/>
              <a:ext cx="266472" cy="266472"/>
            </a:xfrm>
            <a:custGeom>
              <a:avLst/>
              <a:gdLst/>
              <a:ahLst/>
              <a:cxnLst/>
              <a:rect l="0" t="0" r="0" b="0"/>
              <a:pathLst>
                <a:path w="419" h="419">
                  <a:moveTo>
                    <a:pt x="15" y="15"/>
                  </a:moveTo>
                  <a:lnTo>
                    <a:pt x="404" y="15"/>
                  </a:lnTo>
                  <a:lnTo>
                    <a:pt x="404" y="404"/>
                  </a:lnTo>
                  <a:lnTo>
                    <a:pt x="15" y="404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02" name="path 802"/>
            <p:cNvSpPr/>
            <p:nvPr/>
          </p:nvSpPr>
          <p:spPr>
            <a:xfrm>
              <a:off x="499513" y="235521"/>
              <a:ext cx="247422" cy="247422"/>
            </a:xfrm>
            <a:custGeom>
              <a:avLst/>
              <a:gdLst/>
              <a:ahLst/>
              <a:cxnLst/>
              <a:rect l="0" t="0" r="0" b="0"/>
              <a:pathLst>
                <a:path w="389" h="389">
                  <a:moveTo>
                    <a:pt x="0" y="0"/>
                  </a:moveTo>
                  <a:lnTo>
                    <a:pt x="389" y="0"/>
                  </a:lnTo>
                  <a:lnTo>
                    <a:pt x="389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04" name="path 804"/>
            <p:cNvSpPr/>
            <p:nvPr/>
          </p:nvSpPr>
          <p:spPr>
            <a:xfrm>
              <a:off x="489988" y="225996"/>
              <a:ext cx="266472" cy="266472"/>
            </a:xfrm>
            <a:custGeom>
              <a:avLst/>
              <a:gdLst/>
              <a:ahLst/>
              <a:cxnLst/>
              <a:rect l="0" t="0" r="0" b="0"/>
              <a:pathLst>
                <a:path w="419" h="419">
                  <a:moveTo>
                    <a:pt x="15" y="15"/>
                  </a:moveTo>
                  <a:lnTo>
                    <a:pt x="404" y="15"/>
                  </a:lnTo>
                  <a:lnTo>
                    <a:pt x="404" y="404"/>
                  </a:lnTo>
                  <a:lnTo>
                    <a:pt x="15" y="404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06" name="path 806"/>
            <p:cNvSpPr/>
            <p:nvPr/>
          </p:nvSpPr>
          <p:spPr>
            <a:xfrm>
              <a:off x="4668" y="159889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08" name="path 808"/>
            <p:cNvSpPr/>
            <p:nvPr/>
          </p:nvSpPr>
          <p:spPr>
            <a:xfrm>
              <a:off x="0" y="151587"/>
              <a:ext cx="384252" cy="92237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10" name="path 810"/>
            <p:cNvSpPr/>
            <p:nvPr/>
          </p:nvSpPr>
          <p:spPr>
            <a:xfrm>
              <a:off x="252090" y="159853"/>
              <a:ext cx="374915" cy="75632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12" name="path 812"/>
            <p:cNvSpPr/>
            <p:nvPr/>
          </p:nvSpPr>
          <p:spPr>
            <a:xfrm>
              <a:off x="247422" y="151550"/>
              <a:ext cx="384252" cy="92237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14" name="path 814"/>
            <p:cNvSpPr/>
            <p:nvPr/>
          </p:nvSpPr>
          <p:spPr>
            <a:xfrm>
              <a:off x="499513" y="159889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16" name="path 816"/>
            <p:cNvSpPr/>
            <p:nvPr/>
          </p:nvSpPr>
          <p:spPr>
            <a:xfrm>
              <a:off x="494845" y="151587"/>
              <a:ext cx="384252" cy="92237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18" name="path 818"/>
            <p:cNvSpPr/>
            <p:nvPr/>
          </p:nvSpPr>
          <p:spPr>
            <a:xfrm>
              <a:off x="138500" y="84150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20" name="path 820"/>
            <p:cNvSpPr/>
            <p:nvPr/>
          </p:nvSpPr>
          <p:spPr>
            <a:xfrm>
              <a:off x="133832" y="75847"/>
              <a:ext cx="384250" cy="92237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22" name="path 822"/>
            <p:cNvSpPr/>
            <p:nvPr/>
          </p:nvSpPr>
          <p:spPr>
            <a:xfrm>
              <a:off x="385922" y="84114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24" name="path 824"/>
            <p:cNvSpPr/>
            <p:nvPr/>
          </p:nvSpPr>
          <p:spPr>
            <a:xfrm>
              <a:off x="381254" y="75811"/>
              <a:ext cx="384252" cy="92237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26" name="path 826"/>
            <p:cNvSpPr/>
            <p:nvPr/>
          </p:nvSpPr>
          <p:spPr>
            <a:xfrm>
              <a:off x="633345" y="84150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28" name="path 828"/>
            <p:cNvSpPr/>
            <p:nvPr/>
          </p:nvSpPr>
          <p:spPr>
            <a:xfrm>
              <a:off x="628677" y="75847"/>
              <a:ext cx="384251" cy="92237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30" name="path 830"/>
            <p:cNvSpPr/>
            <p:nvPr/>
          </p:nvSpPr>
          <p:spPr>
            <a:xfrm>
              <a:off x="272331" y="8339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32" name="path 832"/>
            <p:cNvSpPr/>
            <p:nvPr/>
          </p:nvSpPr>
          <p:spPr>
            <a:xfrm>
              <a:off x="267662" y="36"/>
              <a:ext cx="384252" cy="92236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34" name="path 834"/>
            <p:cNvSpPr/>
            <p:nvPr/>
          </p:nvSpPr>
          <p:spPr>
            <a:xfrm>
              <a:off x="519754" y="8302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36" name="path 836"/>
            <p:cNvSpPr/>
            <p:nvPr/>
          </p:nvSpPr>
          <p:spPr>
            <a:xfrm>
              <a:off x="515086" y="0"/>
              <a:ext cx="384251" cy="92237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38" name="path 838"/>
            <p:cNvSpPr/>
            <p:nvPr/>
          </p:nvSpPr>
          <p:spPr>
            <a:xfrm>
              <a:off x="767177" y="8339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0" name="path 840"/>
            <p:cNvSpPr/>
            <p:nvPr/>
          </p:nvSpPr>
          <p:spPr>
            <a:xfrm>
              <a:off x="762509" y="36"/>
              <a:ext cx="384252" cy="92236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2" name="path 842"/>
            <p:cNvSpPr/>
            <p:nvPr/>
          </p:nvSpPr>
          <p:spPr>
            <a:xfrm>
              <a:off x="747269" y="158611"/>
              <a:ext cx="131383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397"/>
                  </a:lnTo>
                  <a:lnTo>
                    <a:pt x="206" y="0"/>
                  </a:lnTo>
                  <a:lnTo>
                    <a:pt x="0" y="119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4" name="path 844"/>
            <p:cNvSpPr/>
            <p:nvPr/>
          </p:nvSpPr>
          <p:spPr>
            <a:xfrm>
              <a:off x="742518" y="150355"/>
              <a:ext cx="140885" cy="344319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0"/>
                  </a:lnTo>
                  <a:moveTo>
                    <a:pt x="214" y="13"/>
                  </a:move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6" name="path 846"/>
            <p:cNvSpPr/>
            <p:nvPr/>
          </p:nvSpPr>
          <p:spPr>
            <a:xfrm>
              <a:off x="878990" y="81754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8" name="path 848"/>
            <p:cNvSpPr/>
            <p:nvPr/>
          </p:nvSpPr>
          <p:spPr>
            <a:xfrm>
              <a:off x="874341" y="73441"/>
              <a:ext cx="140679" cy="344435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3"/>
                  </a:lnTo>
                  <a:moveTo>
                    <a:pt x="214" y="13"/>
                  </a:move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50" name="path 850"/>
            <p:cNvSpPr/>
            <p:nvPr/>
          </p:nvSpPr>
          <p:spPr>
            <a:xfrm>
              <a:off x="1010710" y="8464"/>
              <a:ext cx="131383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52" name="path 852"/>
            <p:cNvSpPr/>
            <p:nvPr/>
          </p:nvSpPr>
          <p:spPr>
            <a:xfrm>
              <a:off x="1006062" y="151"/>
              <a:ext cx="140679" cy="344435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3"/>
                  </a:lnTo>
                  <a:moveTo>
                    <a:pt x="214" y="13"/>
                  </a:move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54" name="path 854"/>
            <p:cNvSpPr/>
            <p:nvPr/>
          </p:nvSpPr>
          <p:spPr>
            <a:xfrm>
              <a:off x="746929" y="402559"/>
              <a:ext cx="131381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397"/>
                  </a:lnTo>
                  <a:lnTo>
                    <a:pt x="206" y="0"/>
                  </a:lnTo>
                  <a:lnTo>
                    <a:pt x="0" y="119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56" name="path 856"/>
            <p:cNvSpPr/>
            <p:nvPr/>
          </p:nvSpPr>
          <p:spPr>
            <a:xfrm>
              <a:off x="742177" y="394303"/>
              <a:ext cx="140884" cy="344319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0"/>
                  </a:lnTo>
                  <a:moveTo>
                    <a:pt x="214" y="13"/>
                  </a:move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58" name="path 858"/>
            <p:cNvSpPr/>
            <p:nvPr/>
          </p:nvSpPr>
          <p:spPr>
            <a:xfrm>
              <a:off x="878647" y="325702"/>
              <a:ext cx="131383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0" name="path 860"/>
            <p:cNvSpPr/>
            <p:nvPr/>
          </p:nvSpPr>
          <p:spPr>
            <a:xfrm>
              <a:off x="874000" y="317388"/>
              <a:ext cx="140679" cy="344436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3"/>
                  </a:lnTo>
                  <a:moveTo>
                    <a:pt x="214" y="13"/>
                  </a:move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2" name="path 862"/>
            <p:cNvSpPr/>
            <p:nvPr/>
          </p:nvSpPr>
          <p:spPr>
            <a:xfrm>
              <a:off x="1010368" y="252412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4" name="path 864"/>
            <p:cNvSpPr/>
            <p:nvPr/>
          </p:nvSpPr>
          <p:spPr>
            <a:xfrm>
              <a:off x="1005720" y="244098"/>
              <a:ext cx="140679" cy="344435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3"/>
                  </a:lnTo>
                  <a:moveTo>
                    <a:pt x="214" y="13"/>
                  </a:move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6" name="path 866"/>
            <p:cNvSpPr/>
            <p:nvPr/>
          </p:nvSpPr>
          <p:spPr>
            <a:xfrm>
              <a:off x="747662" y="235523"/>
              <a:ext cx="247422" cy="247422"/>
            </a:xfrm>
            <a:custGeom>
              <a:avLst/>
              <a:gdLst/>
              <a:ahLst/>
              <a:cxnLst/>
              <a:rect l="0" t="0" r="0" b="0"/>
              <a:pathLst>
                <a:path w="389" h="389">
                  <a:moveTo>
                    <a:pt x="0" y="0"/>
                  </a:moveTo>
                  <a:lnTo>
                    <a:pt x="389" y="0"/>
                  </a:lnTo>
                  <a:lnTo>
                    <a:pt x="389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8" name="path 868"/>
            <p:cNvSpPr/>
            <p:nvPr/>
          </p:nvSpPr>
          <p:spPr>
            <a:xfrm>
              <a:off x="738137" y="225998"/>
              <a:ext cx="266472" cy="266472"/>
            </a:xfrm>
            <a:custGeom>
              <a:avLst/>
              <a:gdLst/>
              <a:ahLst/>
              <a:cxnLst/>
              <a:rect l="0" t="0" r="0" b="0"/>
              <a:pathLst>
                <a:path w="419" h="419">
                  <a:moveTo>
                    <a:pt x="15" y="15"/>
                  </a:moveTo>
                  <a:lnTo>
                    <a:pt x="404" y="15"/>
                  </a:lnTo>
                  <a:lnTo>
                    <a:pt x="404" y="404"/>
                  </a:lnTo>
                  <a:lnTo>
                    <a:pt x="15" y="404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870" name="path 870"/>
          <p:cNvSpPr/>
          <p:nvPr/>
        </p:nvSpPr>
        <p:spPr>
          <a:xfrm>
            <a:off x="7479953" y="3770314"/>
            <a:ext cx="150433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400"/>
                </a:moveTo>
                <a:lnTo>
                  <a:pt x="221" y="0"/>
                </a:lnTo>
                <a:moveTo>
                  <a:pt x="15" y="115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72" name="path 872"/>
          <p:cNvSpPr/>
          <p:nvPr/>
        </p:nvSpPr>
        <p:spPr>
          <a:xfrm>
            <a:off x="7216172" y="4164408"/>
            <a:ext cx="150431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397"/>
                </a:moveTo>
                <a:lnTo>
                  <a:pt x="221" y="0"/>
                </a:lnTo>
                <a:moveTo>
                  <a:pt x="15" y="119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74" name="path 874"/>
          <p:cNvSpPr/>
          <p:nvPr/>
        </p:nvSpPr>
        <p:spPr>
          <a:xfrm>
            <a:off x="7347891" y="4087551"/>
            <a:ext cx="150433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400"/>
                </a:moveTo>
                <a:lnTo>
                  <a:pt x="221" y="0"/>
                </a:lnTo>
                <a:moveTo>
                  <a:pt x="15" y="115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76" name="path 876"/>
          <p:cNvSpPr/>
          <p:nvPr/>
        </p:nvSpPr>
        <p:spPr>
          <a:xfrm>
            <a:off x="7479611" y="4014261"/>
            <a:ext cx="150432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400"/>
                </a:moveTo>
                <a:lnTo>
                  <a:pt x="221" y="0"/>
                </a:lnTo>
                <a:moveTo>
                  <a:pt x="15" y="115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78" name="path 878"/>
          <p:cNvSpPr/>
          <p:nvPr/>
        </p:nvSpPr>
        <p:spPr>
          <a:xfrm>
            <a:off x="7226430" y="3912180"/>
            <a:ext cx="374915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0" name="path 880"/>
          <p:cNvSpPr/>
          <p:nvPr/>
        </p:nvSpPr>
        <p:spPr>
          <a:xfrm>
            <a:off x="7473853" y="3912216"/>
            <a:ext cx="374916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2" name="path 882"/>
          <p:cNvSpPr/>
          <p:nvPr/>
        </p:nvSpPr>
        <p:spPr>
          <a:xfrm>
            <a:off x="7607685" y="3836476"/>
            <a:ext cx="374915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52" name="group 52"/>
          <p:cNvGrpSpPr/>
          <p:nvPr/>
        </p:nvGrpSpPr>
        <p:grpSpPr>
          <a:xfrm rot="21600000">
            <a:off x="7221762" y="3761851"/>
            <a:ext cx="899338" cy="738622"/>
            <a:chOff x="0" y="0"/>
            <a:chExt cx="899338" cy="738622"/>
          </a:xfrm>
        </p:grpSpPr>
        <p:sp>
          <p:nvSpPr>
            <p:cNvPr id="884" name="path 884"/>
            <p:cNvSpPr/>
            <p:nvPr/>
          </p:nvSpPr>
          <p:spPr>
            <a:xfrm>
              <a:off x="252090" y="235521"/>
              <a:ext cx="247423" cy="247422"/>
            </a:xfrm>
            <a:custGeom>
              <a:avLst/>
              <a:gdLst/>
              <a:ahLst/>
              <a:cxnLst/>
              <a:rect l="0" t="0" r="0" b="0"/>
              <a:pathLst>
                <a:path w="389" h="389">
                  <a:moveTo>
                    <a:pt x="0" y="0"/>
                  </a:moveTo>
                  <a:lnTo>
                    <a:pt x="389" y="0"/>
                  </a:lnTo>
                  <a:lnTo>
                    <a:pt x="389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6" name="path 886"/>
            <p:cNvSpPr/>
            <p:nvPr/>
          </p:nvSpPr>
          <p:spPr>
            <a:xfrm>
              <a:off x="242565" y="225996"/>
              <a:ext cx="266473" cy="266472"/>
            </a:xfrm>
            <a:custGeom>
              <a:avLst/>
              <a:gdLst/>
              <a:ahLst/>
              <a:cxnLst/>
              <a:rect l="0" t="0" r="0" b="0"/>
              <a:pathLst>
                <a:path w="419" h="419">
                  <a:moveTo>
                    <a:pt x="15" y="15"/>
                  </a:moveTo>
                  <a:lnTo>
                    <a:pt x="404" y="15"/>
                  </a:lnTo>
                  <a:lnTo>
                    <a:pt x="404" y="404"/>
                  </a:lnTo>
                  <a:lnTo>
                    <a:pt x="15" y="404"/>
                  </a:lnTo>
                  <a:lnTo>
                    <a:pt x="15" y="1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88" name="path 888"/>
            <p:cNvSpPr/>
            <p:nvPr/>
          </p:nvSpPr>
          <p:spPr>
            <a:xfrm>
              <a:off x="4667" y="159853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90" name="path 890"/>
            <p:cNvSpPr/>
            <p:nvPr/>
          </p:nvSpPr>
          <p:spPr>
            <a:xfrm>
              <a:off x="0" y="151551"/>
              <a:ext cx="384251" cy="92236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92" name="path 892"/>
            <p:cNvSpPr/>
            <p:nvPr/>
          </p:nvSpPr>
          <p:spPr>
            <a:xfrm>
              <a:off x="252090" y="159889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94" name="path 894"/>
            <p:cNvSpPr/>
            <p:nvPr/>
          </p:nvSpPr>
          <p:spPr>
            <a:xfrm>
              <a:off x="247422" y="151587"/>
              <a:ext cx="384252" cy="92236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96" name="path 896"/>
            <p:cNvSpPr/>
            <p:nvPr/>
          </p:nvSpPr>
          <p:spPr>
            <a:xfrm>
              <a:off x="138499" y="84114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98" name="path 898"/>
            <p:cNvSpPr/>
            <p:nvPr/>
          </p:nvSpPr>
          <p:spPr>
            <a:xfrm>
              <a:off x="133831" y="75811"/>
              <a:ext cx="384252" cy="92237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0" name="path 900"/>
            <p:cNvSpPr/>
            <p:nvPr/>
          </p:nvSpPr>
          <p:spPr>
            <a:xfrm>
              <a:off x="385922" y="84150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2" name="path 902"/>
            <p:cNvSpPr/>
            <p:nvPr/>
          </p:nvSpPr>
          <p:spPr>
            <a:xfrm>
              <a:off x="381255" y="75847"/>
              <a:ext cx="384251" cy="92236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4" name="path 904"/>
            <p:cNvSpPr/>
            <p:nvPr/>
          </p:nvSpPr>
          <p:spPr>
            <a:xfrm>
              <a:off x="272331" y="8302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6" name="path 906"/>
            <p:cNvSpPr/>
            <p:nvPr/>
          </p:nvSpPr>
          <p:spPr>
            <a:xfrm>
              <a:off x="267663" y="0"/>
              <a:ext cx="384252" cy="92236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08" name="path 908"/>
            <p:cNvSpPr/>
            <p:nvPr/>
          </p:nvSpPr>
          <p:spPr>
            <a:xfrm>
              <a:off x="519754" y="8338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0" name="path 910"/>
            <p:cNvSpPr/>
            <p:nvPr/>
          </p:nvSpPr>
          <p:spPr>
            <a:xfrm>
              <a:off x="515086" y="35"/>
              <a:ext cx="384251" cy="92237"/>
            </a:xfrm>
            <a:custGeom>
              <a:avLst/>
              <a:gdLst/>
              <a:ahLst/>
              <a:cxnLst/>
              <a:rect l="0" t="0" r="0" b="0"/>
              <a:pathLst>
                <a:path w="605" h="145">
                  <a:moveTo>
                    <a:pt x="7" y="132"/>
                  </a:moveTo>
                  <a:lnTo>
                    <a:pt x="219" y="13"/>
                  </a:lnTo>
                  <a:moveTo>
                    <a:pt x="597" y="13"/>
                  </a:moveTo>
                  <a:lnTo>
                    <a:pt x="385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2" name="path 912"/>
            <p:cNvSpPr/>
            <p:nvPr/>
          </p:nvSpPr>
          <p:spPr>
            <a:xfrm>
              <a:off x="499847" y="158611"/>
              <a:ext cx="131381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397"/>
                  </a:lnTo>
                  <a:lnTo>
                    <a:pt x="206" y="0"/>
                  </a:lnTo>
                  <a:lnTo>
                    <a:pt x="0" y="119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4" name="path 914"/>
            <p:cNvSpPr/>
            <p:nvPr/>
          </p:nvSpPr>
          <p:spPr>
            <a:xfrm>
              <a:off x="495096" y="150355"/>
              <a:ext cx="140885" cy="344319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0"/>
                  </a:lnTo>
                  <a:moveTo>
                    <a:pt x="214" y="13"/>
                  </a:move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6" name="path 916"/>
            <p:cNvSpPr/>
            <p:nvPr/>
          </p:nvSpPr>
          <p:spPr>
            <a:xfrm>
              <a:off x="631567" y="81754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8" name="path 918"/>
            <p:cNvSpPr/>
            <p:nvPr/>
          </p:nvSpPr>
          <p:spPr>
            <a:xfrm>
              <a:off x="626919" y="73440"/>
              <a:ext cx="140679" cy="344435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3"/>
                  </a:lnTo>
                  <a:moveTo>
                    <a:pt x="214" y="13"/>
                  </a:move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0" name="path 920"/>
            <p:cNvSpPr/>
            <p:nvPr/>
          </p:nvSpPr>
          <p:spPr>
            <a:xfrm>
              <a:off x="763287" y="8464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2" name="path 922"/>
            <p:cNvSpPr/>
            <p:nvPr/>
          </p:nvSpPr>
          <p:spPr>
            <a:xfrm>
              <a:off x="758638" y="150"/>
              <a:ext cx="140679" cy="344436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3"/>
                  </a:lnTo>
                  <a:moveTo>
                    <a:pt x="214" y="13"/>
                  </a:move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4" name="path 924"/>
            <p:cNvSpPr/>
            <p:nvPr/>
          </p:nvSpPr>
          <p:spPr>
            <a:xfrm>
              <a:off x="499505" y="402558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397"/>
                  </a:lnTo>
                  <a:lnTo>
                    <a:pt x="206" y="0"/>
                  </a:lnTo>
                  <a:lnTo>
                    <a:pt x="0" y="119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6" name="path 926"/>
            <p:cNvSpPr/>
            <p:nvPr/>
          </p:nvSpPr>
          <p:spPr>
            <a:xfrm>
              <a:off x="494754" y="394303"/>
              <a:ext cx="140885" cy="344319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0"/>
                  </a:lnTo>
                  <a:moveTo>
                    <a:pt x="214" y="13"/>
                  </a:move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8" name="path 928"/>
            <p:cNvSpPr/>
            <p:nvPr/>
          </p:nvSpPr>
          <p:spPr>
            <a:xfrm>
              <a:off x="631225" y="325701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0" name="path 930"/>
            <p:cNvSpPr/>
            <p:nvPr/>
          </p:nvSpPr>
          <p:spPr>
            <a:xfrm>
              <a:off x="626576" y="317387"/>
              <a:ext cx="140679" cy="344436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3"/>
                  </a:lnTo>
                  <a:moveTo>
                    <a:pt x="214" y="13"/>
                  </a:move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2" name="path 932"/>
            <p:cNvSpPr/>
            <p:nvPr/>
          </p:nvSpPr>
          <p:spPr>
            <a:xfrm>
              <a:off x="762945" y="252412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4" name="path 934"/>
            <p:cNvSpPr/>
            <p:nvPr/>
          </p:nvSpPr>
          <p:spPr>
            <a:xfrm>
              <a:off x="758297" y="244098"/>
              <a:ext cx="140679" cy="344435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3"/>
                  </a:lnTo>
                  <a:moveTo>
                    <a:pt x="214" y="13"/>
                  </a:move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36" name="table 936"/>
          <p:cNvGraphicFramePr>
            <a:graphicFrameLocks noGrp="1"/>
          </p:cNvGraphicFramePr>
          <p:nvPr/>
        </p:nvGraphicFramePr>
        <p:xfrm>
          <a:off x="6705668" y="2789447"/>
          <a:ext cx="266065" cy="266064"/>
        </p:xfrm>
        <a:graphic>
          <a:graphicData uri="http://schemas.openxmlformats.org/drawingml/2006/table">
            <a:tbl>
              <a:tblPr>
                <a:solidFill>
                  <a:srgbClr val="B6D7A8"/>
                </a:solidFill>
              </a:tblPr>
              <a:tblGrid>
                <a:gridCol w="266065"/>
              </a:tblGrid>
              <a:tr h="2470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8" name="table 938"/>
          <p:cNvGraphicFramePr>
            <a:graphicFrameLocks noGrp="1"/>
          </p:cNvGraphicFramePr>
          <p:nvPr/>
        </p:nvGraphicFramePr>
        <p:xfrm>
          <a:off x="6953090" y="2789447"/>
          <a:ext cx="266065" cy="266064"/>
        </p:xfrm>
        <a:graphic>
          <a:graphicData uri="http://schemas.openxmlformats.org/drawingml/2006/table">
            <a:tbl>
              <a:tblPr>
                <a:solidFill>
                  <a:srgbClr val="B6D7A8"/>
                </a:solidFill>
              </a:tblPr>
              <a:tblGrid>
                <a:gridCol w="266065"/>
              </a:tblGrid>
              <a:tr h="2470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0" name="table 940"/>
          <p:cNvGraphicFramePr>
            <a:graphicFrameLocks noGrp="1"/>
          </p:cNvGraphicFramePr>
          <p:nvPr/>
        </p:nvGraphicFramePr>
        <p:xfrm>
          <a:off x="6705668" y="3036870"/>
          <a:ext cx="266065" cy="266064"/>
        </p:xfrm>
        <a:graphic>
          <a:graphicData uri="http://schemas.openxmlformats.org/drawingml/2006/table">
            <a:tbl>
              <a:tblPr>
                <a:solidFill>
                  <a:srgbClr val="B6D7A8"/>
                </a:solidFill>
              </a:tblPr>
              <a:tblGrid>
                <a:gridCol w="266065"/>
              </a:tblGrid>
              <a:tr h="2470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2" name="table 942"/>
          <p:cNvGraphicFramePr>
            <a:graphicFrameLocks noGrp="1"/>
          </p:cNvGraphicFramePr>
          <p:nvPr/>
        </p:nvGraphicFramePr>
        <p:xfrm>
          <a:off x="6953090" y="3036870"/>
          <a:ext cx="266065" cy="266064"/>
        </p:xfrm>
        <a:graphic>
          <a:graphicData uri="http://schemas.openxmlformats.org/drawingml/2006/table">
            <a:tbl>
              <a:tblPr>
                <a:solidFill>
                  <a:srgbClr val="B6D7A8"/>
                </a:solidFill>
              </a:tblPr>
              <a:tblGrid>
                <a:gridCol w="266065"/>
              </a:tblGrid>
              <a:tr h="2470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pSp>
        <p:nvGrpSpPr>
          <p:cNvPr id="54" name="group 54"/>
          <p:cNvGrpSpPr/>
          <p:nvPr/>
        </p:nvGrpSpPr>
        <p:grpSpPr>
          <a:xfrm rot="21600000">
            <a:off x="6710525" y="2563451"/>
            <a:ext cx="647247" cy="730367"/>
            <a:chOff x="0" y="0"/>
            <a:chExt cx="647247" cy="730367"/>
          </a:xfrm>
        </p:grpSpPr>
        <p:sp>
          <p:nvSpPr>
            <p:cNvPr id="944" name="path 944"/>
            <p:cNvSpPr/>
            <p:nvPr/>
          </p:nvSpPr>
          <p:spPr>
            <a:xfrm>
              <a:off x="4667" y="159854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6" name="path 946"/>
            <p:cNvSpPr/>
            <p:nvPr/>
          </p:nvSpPr>
          <p:spPr>
            <a:xfrm>
              <a:off x="0" y="150329"/>
              <a:ext cx="384250" cy="94681"/>
            </a:xfrm>
            <a:custGeom>
              <a:avLst/>
              <a:gdLst/>
              <a:ahLst/>
              <a:cxnLst/>
              <a:rect l="0" t="0" r="0" b="0"/>
              <a:pathLst>
                <a:path w="605" h="149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lnTo>
                    <a:pt x="385" y="134"/>
                  </a:lnTo>
                  <a:lnTo>
                    <a:pt x="7" y="13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8" name="path 948"/>
            <p:cNvSpPr/>
            <p:nvPr/>
          </p:nvSpPr>
          <p:spPr>
            <a:xfrm>
              <a:off x="252090" y="159889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0" name="path 950"/>
            <p:cNvSpPr/>
            <p:nvPr/>
          </p:nvSpPr>
          <p:spPr>
            <a:xfrm>
              <a:off x="247422" y="150364"/>
              <a:ext cx="379584" cy="94681"/>
            </a:xfrm>
            <a:custGeom>
              <a:avLst/>
              <a:gdLst/>
              <a:ahLst/>
              <a:cxnLst/>
              <a:rect l="0" t="0" r="0" b="0"/>
              <a:pathLst>
                <a:path w="597" h="149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moveTo>
                    <a:pt x="385" y="134"/>
                  </a:moveTo>
                  <a:lnTo>
                    <a:pt x="7" y="13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2" name="path 952"/>
            <p:cNvSpPr/>
            <p:nvPr/>
          </p:nvSpPr>
          <p:spPr>
            <a:xfrm>
              <a:off x="138499" y="84114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4" name="path 954"/>
            <p:cNvSpPr/>
            <p:nvPr/>
          </p:nvSpPr>
          <p:spPr>
            <a:xfrm>
              <a:off x="133830" y="74589"/>
              <a:ext cx="492492" cy="94717"/>
            </a:xfrm>
            <a:custGeom>
              <a:avLst/>
              <a:gdLst/>
              <a:ahLst/>
              <a:cxnLst/>
              <a:rect l="0" t="0" r="0" b="0"/>
              <a:pathLst>
                <a:path w="775" h="149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lnTo>
                    <a:pt x="385" y="134"/>
                  </a:lnTo>
                  <a:lnTo>
                    <a:pt x="7" y="134"/>
                  </a:lnTo>
                  <a:close/>
                  <a:moveTo>
                    <a:pt x="396" y="134"/>
                  </a:moveTo>
                  <a:lnTo>
                    <a:pt x="608" y="15"/>
                  </a:lnTo>
                  <a:moveTo>
                    <a:pt x="775" y="134"/>
                  </a:moveTo>
                  <a:lnTo>
                    <a:pt x="396" y="13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6" name="path 956"/>
            <p:cNvSpPr/>
            <p:nvPr/>
          </p:nvSpPr>
          <p:spPr>
            <a:xfrm>
              <a:off x="272330" y="8302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8" name="path 958"/>
            <p:cNvSpPr/>
            <p:nvPr/>
          </p:nvSpPr>
          <p:spPr>
            <a:xfrm>
              <a:off x="267662" y="0"/>
              <a:ext cx="245068" cy="730367"/>
            </a:xfrm>
            <a:custGeom>
              <a:avLst/>
              <a:gdLst/>
              <a:ahLst/>
              <a:cxnLst/>
              <a:rect l="0" t="0" r="0" b="0"/>
              <a:pathLst>
                <a:path w="385" h="1150">
                  <a:moveTo>
                    <a:pt x="7" y="132"/>
                  </a:moveTo>
                  <a:lnTo>
                    <a:pt x="219" y="13"/>
                  </a:lnTo>
                  <a:moveTo>
                    <a:pt x="385" y="132"/>
                  </a:moveTo>
                  <a:lnTo>
                    <a:pt x="7" y="132"/>
                  </a:lnTo>
                  <a:moveTo>
                    <a:pt x="365" y="368"/>
                  </a:moveTo>
                  <a:lnTo>
                    <a:pt x="365" y="766"/>
                  </a:lnTo>
                  <a:moveTo>
                    <a:pt x="365" y="753"/>
                  </a:moveTo>
                  <a:lnTo>
                    <a:pt x="365" y="115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60" name="table 960"/>
          <p:cNvGraphicFramePr>
            <a:graphicFrameLocks noGrp="1"/>
          </p:cNvGraphicFramePr>
          <p:nvPr/>
        </p:nvGraphicFramePr>
        <p:xfrm>
          <a:off x="6596685" y="1591009"/>
          <a:ext cx="761365" cy="513714"/>
        </p:xfrm>
        <a:graphic>
          <a:graphicData uri="http://schemas.openxmlformats.org/drawingml/2006/table">
            <a:tbl>
              <a:tblPr/>
              <a:tblGrid>
                <a:gridCol w="256540"/>
                <a:gridCol w="247650"/>
                <a:gridCol w="257175"/>
              </a:tblGrid>
              <a:tr h="257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pSp>
        <p:nvGrpSpPr>
          <p:cNvPr id="56" name="group 56"/>
          <p:cNvGrpSpPr/>
          <p:nvPr/>
        </p:nvGrpSpPr>
        <p:grpSpPr>
          <a:xfrm rot="21600000">
            <a:off x="6601542" y="1363827"/>
            <a:ext cx="1151618" cy="337495"/>
            <a:chOff x="0" y="0"/>
            <a:chExt cx="1151618" cy="337495"/>
          </a:xfrm>
        </p:grpSpPr>
        <p:sp>
          <p:nvSpPr>
            <p:cNvPr id="962" name="path 962"/>
            <p:cNvSpPr/>
            <p:nvPr/>
          </p:nvSpPr>
          <p:spPr>
            <a:xfrm>
              <a:off x="4667" y="161111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4" name="path 964"/>
            <p:cNvSpPr/>
            <p:nvPr/>
          </p:nvSpPr>
          <p:spPr>
            <a:xfrm>
              <a:off x="0" y="151586"/>
              <a:ext cx="384252" cy="93459"/>
            </a:xfrm>
            <a:custGeom>
              <a:avLst/>
              <a:gdLst/>
              <a:ahLst/>
              <a:cxnLst/>
              <a:rect l="0" t="0" r="0" b="0"/>
              <a:pathLst>
                <a:path w="605" h="147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lnTo>
                    <a:pt x="385" y="13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6" name="path 966"/>
            <p:cNvSpPr/>
            <p:nvPr/>
          </p:nvSpPr>
          <p:spPr>
            <a:xfrm>
              <a:off x="252090" y="161076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8" name="path 968"/>
            <p:cNvSpPr/>
            <p:nvPr/>
          </p:nvSpPr>
          <p:spPr>
            <a:xfrm>
              <a:off x="247422" y="151551"/>
              <a:ext cx="384252" cy="93459"/>
            </a:xfrm>
            <a:custGeom>
              <a:avLst/>
              <a:gdLst/>
              <a:ahLst/>
              <a:cxnLst/>
              <a:rect l="0" t="0" r="0" b="0"/>
              <a:pathLst>
                <a:path w="605" h="147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lnTo>
                    <a:pt x="385" y="13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0" name="path 970"/>
            <p:cNvSpPr/>
            <p:nvPr/>
          </p:nvSpPr>
          <p:spPr>
            <a:xfrm>
              <a:off x="499514" y="161111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2" name="path 972"/>
            <p:cNvSpPr/>
            <p:nvPr/>
          </p:nvSpPr>
          <p:spPr>
            <a:xfrm>
              <a:off x="494846" y="151586"/>
              <a:ext cx="384251" cy="93459"/>
            </a:xfrm>
            <a:custGeom>
              <a:avLst/>
              <a:gdLst/>
              <a:ahLst/>
              <a:cxnLst/>
              <a:rect l="0" t="0" r="0" b="0"/>
              <a:pathLst>
                <a:path w="605" h="147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lnTo>
                    <a:pt x="385" y="13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4" name="path 974"/>
            <p:cNvSpPr/>
            <p:nvPr/>
          </p:nvSpPr>
          <p:spPr>
            <a:xfrm>
              <a:off x="138500" y="85372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6" name="path 976"/>
            <p:cNvSpPr/>
            <p:nvPr/>
          </p:nvSpPr>
          <p:spPr>
            <a:xfrm>
              <a:off x="133832" y="75847"/>
              <a:ext cx="384251" cy="94681"/>
            </a:xfrm>
            <a:custGeom>
              <a:avLst/>
              <a:gdLst/>
              <a:ahLst/>
              <a:cxnLst/>
              <a:rect l="0" t="0" r="0" b="0"/>
              <a:pathLst>
                <a:path w="605" h="149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lnTo>
                    <a:pt x="385" y="134"/>
                  </a:lnTo>
                  <a:lnTo>
                    <a:pt x="7" y="13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8" name="path 978"/>
            <p:cNvSpPr/>
            <p:nvPr/>
          </p:nvSpPr>
          <p:spPr>
            <a:xfrm>
              <a:off x="385922" y="85336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0" name="path 980"/>
            <p:cNvSpPr/>
            <p:nvPr/>
          </p:nvSpPr>
          <p:spPr>
            <a:xfrm>
              <a:off x="381255" y="75811"/>
              <a:ext cx="384252" cy="94681"/>
            </a:xfrm>
            <a:custGeom>
              <a:avLst/>
              <a:gdLst/>
              <a:ahLst/>
              <a:cxnLst/>
              <a:rect l="0" t="0" r="0" b="0"/>
              <a:pathLst>
                <a:path w="605" h="149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lnTo>
                    <a:pt x="385" y="134"/>
                  </a:lnTo>
                  <a:lnTo>
                    <a:pt x="7" y="13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2" name="path 982"/>
            <p:cNvSpPr/>
            <p:nvPr/>
          </p:nvSpPr>
          <p:spPr>
            <a:xfrm>
              <a:off x="633346" y="85372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4" name="path 984"/>
            <p:cNvSpPr/>
            <p:nvPr/>
          </p:nvSpPr>
          <p:spPr>
            <a:xfrm>
              <a:off x="628677" y="75847"/>
              <a:ext cx="384251" cy="94681"/>
            </a:xfrm>
            <a:custGeom>
              <a:avLst/>
              <a:gdLst/>
              <a:ahLst/>
              <a:cxnLst/>
              <a:rect l="0" t="0" r="0" b="0"/>
              <a:pathLst>
                <a:path w="605" h="149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lnTo>
                    <a:pt x="385" y="134"/>
                  </a:lnTo>
                  <a:lnTo>
                    <a:pt x="7" y="13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6" name="path 986"/>
            <p:cNvSpPr/>
            <p:nvPr/>
          </p:nvSpPr>
          <p:spPr>
            <a:xfrm>
              <a:off x="272331" y="9561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8" name="path 988"/>
            <p:cNvSpPr/>
            <p:nvPr/>
          </p:nvSpPr>
          <p:spPr>
            <a:xfrm>
              <a:off x="267663" y="36"/>
              <a:ext cx="384252" cy="94681"/>
            </a:xfrm>
            <a:custGeom>
              <a:avLst/>
              <a:gdLst/>
              <a:ahLst/>
              <a:cxnLst/>
              <a:rect l="0" t="0" r="0" b="0"/>
              <a:pathLst>
                <a:path w="605" h="149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lnTo>
                    <a:pt x="385" y="134"/>
                  </a:lnTo>
                  <a:lnTo>
                    <a:pt x="7" y="13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0" name="path 990"/>
            <p:cNvSpPr/>
            <p:nvPr/>
          </p:nvSpPr>
          <p:spPr>
            <a:xfrm>
              <a:off x="519755" y="9525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2" name="path 992"/>
            <p:cNvSpPr/>
            <p:nvPr/>
          </p:nvSpPr>
          <p:spPr>
            <a:xfrm>
              <a:off x="515087" y="0"/>
              <a:ext cx="384250" cy="94681"/>
            </a:xfrm>
            <a:custGeom>
              <a:avLst/>
              <a:gdLst/>
              <a:ahLst/>
              <a:cxnLst/>
              <a:rect l="0" t="0" r="0" b="0"/>
              <a:pathLst>
                <a:path w="605" h="149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lnTo>
                    <a:pt x="385" y="134"/>
                  </a:lnTo>
                  <a:lnTo>
                    <a:pt x="7" y="13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4" name="path 994"/>
            <p:cNvSpPr/>
            <p:nvPr/>
          </p:nvSpPr>
          <p:spPr>
            <a:xfrm>
              <a:off x="767177" y="9561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6" name="path 996"/>
            <p:cNvSpPr/>
            <p:nvPr/>
          </p:nvSpPr>
          <p:spPr>
            <a:xfrm>
              <a:off x="742519" y="36"/>
              <a:ext cx="404241" cy="337282"/>
            </a:xfrm>
            <a:custGeom>
              <a:avLst/>
              <a:gdLst/>
              <a:ahLst/>
              <a:cxnLst/>
              <a:rect l="0" t="0" r="0" b="0"/>
              <a:pathLst>
                <a:path w="636" h="531">
                  <a:moveTo>
                    <a:pt x="38" y="134"/>
                  </a:moveTo>
                  <a:lnTo>
                    <a:pt x="250" y="15"/>
                  </a:lnTo>
                  <a:lnTo>
                    <a:pt x="629" y="15"/>
                  </a:lnTo>
                  <a:lnTo>
                    <a:pt x="417" y="134"/>
                  </a:lnTo>
                  <a:lnTo>
                    <a:pt x="38" y="134"/>
                  </a:lnTo>
                  <a:close/>
                  <a:moveTo>
                    <a:pt x="214" y="251"/>
                  </a:moveTo>
                  <a:lnTo>
                    <a:pt x="7" y="370"/>
                  </a:lnTo>
                  <a:moveTo>
                    <a:pt x="421" y="531"/>
                  </a:moveTo>
                  <a:lnTo>
                    <a:pt x="421" y="130"/>
                  </a:lnTo>
                  <a:lnTo>
                    <a:pt x="214" y="246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8" name="path 998"/>
            <p:cNvSpPr/>
            <p:nvPr/>
          </p:nvSpPr>
          <p:spPr>
            <a:xfrm>
              <a:off x="1010711" y="9687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00" name="path 1000"/>
            <p:cNvSpPr/>
            <p:nvPr/>
          </p:nvSpPr>
          <p:spPr>
            <a:xfrm>
              <a:off x="1001186" y="1373"/>
              <a:ext cx="150432" cy="336122"/>
            </a:xfrm>
            <a:custGeom>
              <a:avLst/>
              <a:gdLst/>
              <a:ahLst/>
              <a:cxnLst/>
              <a:rect l="0" t="0" r="0" b="0"/>
              <a:pathLst>
                <a:path w="236" h="529">
                  <a:moveTo>
                    <a:pt x="221" y="413"/>
                  </a:moveTo>
                  <a:lnTo>
                    <a:pt x="221" y="13"/>
                  </a:lnTo>
                  <a:lnTo>
                    <a:pt x="15" y="128"/>
                  </a:lnTo>
                  <a:lnTo>
                    <a:pt x="15" y="529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02" name="table 1002"/>
          <p:cNvGraphicFramePr>
            <a:graphicFrameLocks noGrp="1"/>
          </p:cNvGraphicFramePr>
          <p:nvPr/>
        </p:nvGraphicFramePr>
        <p:xfrm>
          <a:off x="6817512" y="392649"/>
          <a:ext cx="266065" cy="266065"/>
        </p:xfrm>
        <a:graphic>
          <a:graphicData uri="http://schemas.openxmlformats.org/drawingml/2006/table">
            <a:tbl>
              <a:tblPr>
                <a:solidFill>
                  <a:srgbClr val="EA9999"/>
                </a:solidFill>
              </a:tblPr>
              <a:tblGrid>
                <a:gridCol w="266065"/>
              </a:tblGrid>
              <a:tr h="247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4" name="table 1004"/>
          <p:cNvGraphicFramePr>
            <a:graphicFrameLocks noGrp="1"/>
          </p:cNvGraphicFramePr>
          <p:nvPr/>
        </p:nvGraphicFramePr>
        <p:xfrm>
          <a:off x="6817512" y="640072"/>
          <a:ext cx="266065" cy="266065"/>
        </p:xfrm>
        <a:graphic>
          <a:graphicData uri="http://schemas.openxmlformats.org/drawingml/2006/table">
            <a:tbl>
              <a:tblPr>
                <a:solidFill>
                  <a:srgbClr val="EA9999"/>
                </a:solidFill>
              </a:tblPr>
              <a:tblGrid>
                <a:gridCol w="266065"/>
              </a:tblGrid>
              <a:tr h="247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  <p:grpSp>
        <p:nvGrpSpPr>
          <p:cNvPr id="58" name="group 58"/>
          <p:cNvGrpSpPr/>
          <p:nvPr/>
        </p:nvGrpSpPr>
        <p:grpSpPr>
          <a:xfrm rot="21600000">
            <a:off x="6822369" y="318240"/>
            <a:ext cx="379584" cy="92237"/>
            <a:chOff x="0" y="0"/>
            <a:chExt cx="379584" cy="92237"/>
          </a:xfrm>
        </p:grpSpPr>
        <p:sp>
          <p:nvSpPr>
            <p:cNvPr id="1006" name="path 1006"/>
            <p:cNvSpPr/>
            <p:nvPr/>
          </p:nvSpPr>
          <p:spPr>
            <a:xfrm>
              <a:off x="4667" y="8302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08" name="path 1008"/>
            <p:cNvSpPr/>
            <p:nvPr/>
          </p:nvSpPr>
          <p:spPr>
            <a:xfrm>
              <a:off x="0" y="0"/>
              <a:ext cx="143850" cy="92237"/>
            </a:xfrm>
            <a:custGeom>
              <a:avLst/>
              <a:gdLst/>
              <a:ahLst/>
              <a:cxnLst/>
              <a:rect l="0" t="0" r="0" b="0"/>
              <a:pathLst>
                <a:path w="226" h="145">
                  <a:moveTo>
                    <a:pt x="7" y="132"/>
                  </a:moveTo>
                  <a:lnTo>
                    <a:pt x="219" y="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10" name="path 1010"/>
          <p:cNvSpPr/>
          <p:nvPr/>
        </p:nvSpPr>
        <p:spPr>
          <a:xfrm>
            <a:off x="6827037" y="317017"/>
            <a:ext cx="374916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0" name="group 60"/>
          <p:cNvGrpSpPr/>
          <p:nvPr/>
        </p:nvGrpSpPr>
        <p:grpSpPr>
          <a:xfrm rot="21600000">
            <a:off x="6960869" y="242500"/>
            <a:ext cx="379583" cy="167976"/>
            <a:chOff x="0" y="0"/>
            <a:chExt cx="379583" cy="167976"/>
          </a:xfrm>
        </p:grpSpPr>
        <p:sp>
          <p:nvSpPr>
            <p:cNvPr id="1012" name="path 1012"/>
            <p:cNvSpPr/>
            <p:nvPr/>
          </p:nvSpPr>
          <p:spPr>
            <a:xfrm>
              <a:off x="101900" y="75739"/>
              <a:ext cx="143851" cy="92237"/>
            </a:xfrm>
            <a:custGeom>
              <a:avLst/>
              <a:gdLst/>
              <a:ahLst/>
              <a:cxnLst/>
              <a:rect l="0" t="0" r="0" b="0"/>
              <a:pathLst>
                <a:path w="226" h="145">
                  <a:moveTo>
                    <a:pt x="219" y="13"/>
                  </a:move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14" name="path 1014"/>
            <p:cNvSpPr/>
            <p:nvPr/>
          </p:nvSpPr>
          <p:spPr>
            <a:xfrm>
              <a:off x="0" y="8302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16" name="path 1016"/>
            <p:cNvSpPr/>
            <p:nvPr/>
          </p:nvSpPr>
          <p:spPr>
            <a:xfrm>
              <a:off x="235732" y="0"/>
              <a:ext cx="143850" cy="92237"/>
            </a:xfrm>
            <a:custGeom>
              <a:avLst/>
              <a:gdLst/>
              <a:ahLst/>
              <a:cxnLst/>
              <a:rect l="0" t="0" r="0" b="0"/>
              <a:pathLst>
                <a:path w="226" h="145">
                  <a:moveTo>
                    <a:pt x="219" y="13"/>
                  </a:move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18" name="path 1018"/>
          <p:cNvSpPr/>
          <p:nvPr/>
        </p:nvSpPr>
        <p:spPr>
          <a:xfrm>
            <a:off x="6960869" y="316909"/>
            <a:ext cx="240400" cy="19050"/>
          </a:xfrm>
          <a:custGeom>
            <a:avLst/>
            <a:gdLst/>
            <a:ahLst/>
            <a:cxnLst/>
            <a:rect l="0" t="0" r="0" b="0"/>
            <a:pathLst>
              <a:path w="378" h="30">
                <a:moveTo>
                  <a:pt x="378" y="15"/>
                </a:moveTo>
                <a:lnTo>
                  <a:pt x="0" y="15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0" name="path 1020"/>
          <p:cNvSpPr/>
          <p:nvPr/>
        </p:nvSpPr>
        <p:spPr>
          <a:xfrm>
            <a:off x="6956201" y="242500"/>
            <a:ext cx="143851" cy="92237"/>
          </a:xfrm>
          <a:custGeom>
            <a:avLst/>
            <a:gdLst/>
            <a:ahLst/>
            <a:cxnLst/>
            <a:rect l="0" t="0" r="0" b="0"/>
            <a:pathLst>
              <a:path w="226" h="145">
                <a:moveTo>
                  <a:pt x="7" y="132"/>
                </a:moveTo>
                <a:lnTo>
                  <a:pt x="219" y="13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2" name="group 62"/>
          <p:cNvGrpSpPr/>
          <p:nvPr/>
        </p:nvGrpSpPr>
        <p:grpSpPr>
          <a:xfrm rot="21600000">
            <a:off x="7090033" y="165466"/>
            <a:ext cx="384251" cy="94861"/>
            <a:chOff x="0" y="0"/>
            <a:chExt cx="384251" cy="94861"/>
          </a:xfrm>
        </p:grpSpPr>
        <p:sp>
          <p:nvSpPr>
            <p:cNvPr id="1022" name="path 1022"/>
            <p:cNvSpPr/>
            <p:nvPr/>
          </p:nvSpPr>
          <p:spPr>
            <a:xfrm>
              <a:off x="5352" y="75811"/>
              <a:ext cx="240399" cy="19050"/>
            </a:xfrm>
            <a:custGeom>
              <a:avLst/>
              <a:gdLst/>
              <a:ahLst/>
              <a:cxnLst/>
              <a:rect l="0" t="0" r="0" b="0"/>
              <a:pathLst>
                <a:path w="378" h="30">
                  <a:moveTo>
                    <a:pt x="0" y="15"/>
                  </a:moveTo>
                  <a:lnTo>
                    <a:pt x="378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24" name="path 1024"/>
            <p:cNvSpPr/>
            <p:nvPr/>
          </p:nvSpPr>
          <p:spPr>
            <a:xfrm>
              <a:off x="4667" y="9525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26" name="path 1026"/>
            <p:cNvSpPr/>
            <p:nvPr/>
          </p:nvSpPr>
          <p:spPr>
            <a:xfrm>
              <a:off x="0" y="0"/>
              <a:ext cx="384251" cy="94681"/>
            </a:xfrm>
            <a:custGeom>
              <a:avLst/>
              <a:gdLst/>
              <a:ahLst/>
              <a:cxnLst/>
              <a:rect l="0" t="0" r="0" b="0"/>
              <a:pathLst>
                <a:path w="605" h="149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lnTo>
                    <a:pt x="385" y="134"/>
                  </a:lnTo>
                  <a:lnTo>
                    <a:pt x="7" y="134"/>
                  </a:lnTo>
                  <a:close/>
                  <a:moveTo>
                    <a:pt x="597" y="15"/>
                  </a:moveTo>
                  <a:lnTo>
                    <a:pt x="390" y="13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group 64"/>
          <p:cNvGrpSpPr/>
          <p:nvPr/>
        </p:nvGrpSpPr>
        <p:grpSpPr>
          <a:xfrm rot="21600000">
            <a:off x="7069701" y="175117"/>
            <a:ext cx="409440" cy="730158"/>
            <a:chOff x="0" y="0"/>
            <a:chExt cx="409440" cy="730158"/>
          </a:xfrm>
        </p:grpSpPr>
        <p:sp>
          <p:nvSpPr>
            <p:cNvPr id="1028" name="path 1028"/>
            <p:cNvSpPr/>
            <p:nvPr/>
          </p:nvSpPr>
          <p:spPr>
            <a:xfrm>
              <a:off x="5092" y="150146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397"/>
                  </a:lnTo>
                  <a:lnTo>
                    <a:pt x="206" y="0"/>
                  </a:lnTo>
                  <a:lnTo>
                    <a:pt x="0" y="119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30" name="path 1030"/>
            <p:cNvSpPr/>
            <p:nvPr/>
          </p:nvSpPr>
          <p:spPr>
            <a:xfrm>
              <a:off x="341" y="141891"/>
              <a:ext cx="145658" cy="344319"/>
            </a:xfrm>
            <a:custGeom>
              <a:avLst/>
              <a:gdLst/>
              <a:ahLst/>
              <a:cxnLst/>
              <a:rect l="0" t="0" r="0" b="0"/>
              <a:pathLst>
                <a:path w="229" h="542">
                  <a:moveTo>
                    <a:pt x="7" y="529"/>
                  </a:moveTo>
                  <a:lnTo>
                    <a:pt x="214" y="410"/>
                  </a:lnTo>
                  <a:lnTo>
                    <a:pt x="214" y="13"/>
                  </a:ln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32" name="path 1032"/>
            <p:cNvSpPr/>
            <p:nvPr/>
          </p:nvSpPr>
          <p:spPr>
            <a:xfrm>
              <a:off x="136813" y="73289"/>
              <a:ext cx="131383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34" name="path 1034"/>
            <p:cNvSpPr/>
            <p:nvPr/>
          </p:nvSpPr>
          <p:spPr>
            <a:xfrm>
              <a:off x="127288" y="64976"/>
              <a:ext cx="150433" cy="344435"/>
            </a:xfrm>
            <a:custGeom>
              <a:avLst/>
              <a:gdLst/>
              <a:ahLst/>
              <a:cxnLst/>
              <a:rect l="0" t="0" r="0" b="0"/>
              <a:pathLst>
                <a:path w="236" h="542">
                  <a:moveTo>
                    <a:pt x="15" y="529"/>
                  </a:moveTo>
                  <a:lnTo>
                    <a:pt x="221" y="413"/>
                  </a:lnTo>
                  <a:lnTo>
                    <a:pt x="221" y="13"/>
                  </a:lnTo>
                  <a:lnTo>
                    <a:pt x="15" y="128"/>
                  </a:lnTo>
                  <a:lnTo>
                    <a:pt x="15" y="5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36" name="path 1036"/>
            <p:cNvSpPr/>
            <p:nvPr/>
          </p:nvSpPr>
          <p:spPr>
            <a:xfrm>
              <a:off x="268533" y="0"/>
              <a:ext cx="131381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38" name="path 1038"/>
            <p:cNvSpPr/>
            <p:nvPr/>
          </p:nvSpPr>
          <p:spPr>
            <a:xfrm>
              <a:off x="259008" y="0"/>
              <a:ext cx="150431" cy="336122"/>
            </a:xfrm>
            <a:custGeom>
              <a:avLst/>
              <a:gdLst/>
              <a:ahLst/>
              <a:cxnLst/>
              <a:rect l="0" t="0" r="0" b="0"/>
              <a:pathLst>
                <a:path w="236" h="529">
                  <a:moveTo>
                    <a:pt x="15" y="516"/>
                  </a:moveTo>
                  <a:lnTo>
                    <a:pt x="221" y="400"/>
                  </a:lnTo>
                  <a:lnTo>
                    <a:pt x="221" y="0"/>
                  </a:lnTo>
                  <a:moveTo>
                    <a:pt x="15" y="115"/>
                  </a:moveTo>
                  <a:lnTo>
                    <a:pt x="15" y="516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40" name="path 1040"/>
            <p:cNvSpPr/>
            <p:nvPr/>
          </p:nvSpPr>
          <p:spPr>
            <a:xfrm>
              <a:off x="4750" y="394094"/>
              <a:ext cx="131383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397"/>
                  </a:lnTo>
                  <a:lnTo>
                    <a:pt x="206" y="0"/>
                  </a:lnTo>
                  <a:lnTo>
                    <a:pt x="0" y="119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42" name="path 1042"/>
            <p:cNvSpPr/>
            <p:nvPr/>
          </p:nvSpPr>
          <p:spPr>
            <a:xfrm>
              <a:off x="0" y="385838"/>
              <a:ext cx="145659" cy="344319"/>
            </a:xfrm>
            <a:custGeom>
              <a:avLst/>
              <a:gdLst/>
              <a:ahLst/>
              <a:cxnLst/>
              <a:rect l="0" t="0" r="0" b="0"/>
              <a:pathLst>
                <a:path w="229" h="542">
                  <a:moveTo>
                    <a:pt x="7" y="529"/>
                  </a:moveTo>
                  <a:lnTo>
                    <a:pt x="214" y="410"/>
                  </a:lnTo>
                  <a:lnTo>
                    <a:pt x="214" y="13"/>
                  </a:ln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44" name="path 1044"/>
            <p:cNvSpPr/>
            <p:nvPr/>
          </p:nvSpPr>
          <p:spPr>
            <a:xfrm>
              <a:off x="136471" y="317237"/>
              <a:ext cx="131381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46" name="path 1046"/>
            <p:cNvSpPr/>
            <p:nvPr/>
          </p:nvSpPr>
          <p:spPr>
            <a:xfrm>
              <a:off x="126946" y="308923"/>
              <a:ext cx="150431" cy="344435"/>
            </a:xfrm>
            <a:custGeom>
              <a:avLst/>
              <a:gdLst/>
              <a:ahLst/>
              <a:cxnLst/>
              <a:rect l="0" t="0" r="0" b="0"/>
              <a:pathLst>
                <a:path w="236" h="542">
                  <a:moveTo>
                    <a:pt x="15" y="529"/>
                  </a:moveTo>
                  <a:lnTo>
                    <a:pt x="221" y="413"/>
                  </a:lnTo>
                  <a:lnTo>
                    <a:pt x="221" y="13"/>
                  </a:lnTo>
                  <a:lnTo>
                    <a:pt x="15" y="128"/>
                  </a:lnTo>
                  <a:lnTo>
                    <a:pt x="15" y="5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48" name="path 1048"/>
            <p:cNvSpPr/>
            <p:nvPr/>
          </p:nvSpPr>
          <p:spPr>
            <a:xfrm>
              <a:off x="268191" y="243947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EA99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50" name="path 1050"/>
            <p:cNvSpPr/>
            <p:nvPr/>
          </p:nvSpPr>
          <p:spPr>
            <a:xfrm>
              <a:off x="258666" y="235634"/>
              <a:ext cx="150432" cy="344435"/>
            </a:xfrm>
            <a:custGeom>
              <a:avLst/>
              <a:gdLst/>
              <a:ahLst/>
              <a:cxnLst/>
              <a:rect l="0" t="0" r="0" b="0"/>
              <a:pathLst>
                <a:path w="236" h="542">
                  <a:moveTo>
                    <a:pt x="15" y="529"/>
                  </a:moveTo>
                  <a:lnTo>
                    <a:pt x="221" y="413"/>
                  </a:lnTo>
                  <a:lnTo>
                    <a:pt x="221" y="13"/>
                  </a:lnTo>
                  <a:lnTo>
                    <a:pt x="15" y="128"/>
                  </a:lnTo>
                  <a:lnTo>
                    <a:pt x="15" y="5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group 66"/>
          <p:cNvGrpSpPr/>
          <p:nvPr/>
        </p:nvGrpSpPr>
        <p:grpSpPr>
          <a:xfrm rot="21600000">
            <a:off x="7096447" y="2639298"/>
            <a:ext cx="379583" cy="167976"/>
            <a:chOff x="0" y="0"/>
            <a:chExt cx="379583" cy="167976"/>
          </a:xfrm>
        </p:grpSpPr>
        <p:sp>
          <p:nvSpPr>
            <p:cNvPr id="1052" name="path 1052"/>
            <p:cNvSpPr/>
            <p:nvPr/>
          </p:nvSpPr>
          <p:spPr>
            <a:xfrm>
              <a:off x="101900" y="75739"/>
              <a:ext cx="143851" cy="92236"/>
            </a:xfrm>
            <a:custGeom>
              <a:avLst/>
              <a:gdLst/>
              <a:ahLst/>
              <a:cxnLst/>
              <a:rect l="0" t="0" r="0" b="0"/>
              <a:pathLst>
                <a:path w="226" h="145">
                  <a:moveTo>
                    <a:pt x="219" y="13"/>
                  </a:move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54" name="path 1054"/>
            <p:cNvSpPr/>
            <p:nvPr/>
          </p:nvSpPr>
          <p:spPr>
            <a:xfrm>
              <a:off x="0" y="8302"/>
              <a:ext cx="374915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56" name="path 1056"/>
            <p:cNvSpPr/>
            <p:nvPr/>
          </p:nvSpPr>
          <p:spPr>
            <a:xfrm>
              <a:off x="235732" y="0"/>
              <a:ext cx="143850" cy="92236"/>
            </a:xfrm>
            <a:custGeom>
              <a:avLst/>
              <a:gdLst/>
              <a:ahLst/>
              <a:cxnLst/>
              <a:rect l="0" t="0" r="0" b="0"/>
              <a:pathLst>
                <a:path w="226" h="145">
                  <a:moveTo>
                    <a:pt x="219" y="13"/>
                  </a:move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8" name="group 68"/>
          <p:cNvGrpSpPr/>
          <p:nvPr/>
        </p:nvGrpSpPr>
        <p:grpSpPr>
          <a:xfrm rot="21600000">
            <a:off x="7117370" y="2562228"/>
            <a:ext cx="492492" cy="94897"/>
            <a:chOff x="0" y="0"/>
            <a:chExt cx="492492" cy="94897"/>
          </a:xfrm>
        </p:grpSpPr>
        <p:sp>
          <p:nvSpPr>
            <p:cNvPr id="1058" name="path 1058"/>
            <p:cNvSpPr/>
            <p:nvPr/>
          </p:nvSpPr>
          <p:spPr>
            <a:xfrm>
              <a:off x="0" y="0"/>
              <a:ext cx="353992" cy="94897"/>
            </a:xfrm>
            <a:custGeom>
              <a:avLst/>
              <a:gdLst/>
              <a:ahLst/>
              <a:cxnLst/>
              <a:rect l="0" t="0" r="0" b="0"/>
              <a:pathLst>
                <a:path w="557" h="149">
                  <a:moveTo>
                    <a:pt x="178" y="134"/>
                  </a:moveTo>
                  <a:lnTo>
                    <a:pt x="557" y="134"/>
                  </a:lnTo>
                  <a:moveTo>
                    <a:pt x="0" y="15"/>
                  </a:moveTo>
                  <a:lnTo>
                    <a:pt x="378" y="15"/>
                  </a:lnTo>
                  <a:lnTo>
                    <a:pt x="166" y="13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60" name="path 1060"/>
            <p:cNvSpPr/>
            <p:nvPr/>
          </p:nvSpPr>
          <p:spPr>
            <a:xfrm>
              <a:off x="112907" y="9561"/>
              <a:ext cx="374916" cy="75631"/>
            </a:xfrm>
            <a:custGeom>
              <a:avLst/>
              <a:gdLst/>
              <a:ahLst/>
              <a:cxnLst/>
              <a:rect l="0" t="0" r="0" b="0"/>
              <a:pathLst>
                <a:path w="590" h="119">
                  <a:moveTo>
                    <a:pt x="0" y="119"/>
                  </a:moveTo>
                  <a:lnTo>
                    <a:pt x="211" y="0"/>
                  </a:lnTo>
                  <a:lnTo>
                    <a:pt x="590" y="0"/>
                  </a:lnTo>
                  <a:lnTo>
                    <a:pt x="378" y="119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62" name="path 1062"/>
            <p:cNvSpPr/>
            <p:nvPr/>
          </p:nvSpPr>
          <p:spPr>
            <a:xfrm>
              <a:off x="108239" y="36"/>
              <a:ext cx="384252" cy="94681"/>
            </a:xfrm>
            <a:custGeom>
              <a:avLst/>
              <a:gdLst/>
              <a:ahLst/>
              <a:cxnLst/>
              <a:rect l="0" t="0" r="0" b="0"/>
              <a:pathLst>
                <a:path w="605" h="149">
                  <a:moveTo>
                    <a:pt x="7" y="134"/>
                  </a:moveTo>
                  <a:lnTo>
                    <a:pt x="219" y="15"/>
                  </a:lnTo>
                  <a:lnTo>
                    <a:pt x="597" y="15"/>
                  </a:lnTo>
                  <a:lnTo>
                    <a:pt x="385" y="134"/>
                  </a:lnTo>
                  <a:lnTo>
                    <a:pt x="7" y="134"/>
                  </a:lnTo>
                  <a:close/>
                  <a:moveTo>
                    <a:pt x="597" y="15"/>
                  </a:moveTo>
                  <a:lnTo>
                    <a:pt x="390" y="13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group 70"/>
          <p:cNvGrpSpPr/>
          <p:nvPr/>
        </p:nvGrpSpPr>
        <p:grpSpPr>
          <a:xfrm rot="21600000">
            <a:off x="7205279" y="2571915"/>
            <a:ext cx="409440" cy="730157"/>
            <a:chOff x="0" y="0"/>
            <a:chExt cx="409440" cy="730157"/>
          </a:xfrm>
        </p:grpSpPr>
        <p:sp>
          <p:nvSpPr>
            <p:cNvPr id="1064" name="path 1064"/>
            <p:cNvSpPr/>
            <p:nvPr/>
          </p:nvSpPr>
          <p:spPr>
            <a:xfrm>
              <a:off x="5092" y="150146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397"/>
                  </a:lnTo>
                  <a:lnTo>
                    <a:pt x="206" y="0"/>
                  </a:lnTo>
                  <a:lnTo>
                    <a:pt x="0" y="119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66" name="path 1066"/>
            <p:cNvSpPr/>
            <p:nvPr/>
          </p:nvSpPr>
          <p:spPr>
            <a:xfrm>
              <a:off x="341" y="141890"/>
              <a:ext cx="145658" cy="344319"/>
            </a:xfrm>
            <a:custGeom>
              <a:avLst/>
              <a:gdLst/>
              <a:ahLst/>
              <a:cxnLst/>
              <a:rect l="0" t="0" r="0" b="0"/>
              <a:pathLst>
                <a:path w="229" h="542">
                  <a:moveTo>
                    <a:pt x="7" y="529"/>
                  </a:moveTo>
                  <a:lnTo>
                    <a:pt x="214" y="410"/>
                  </a:lnTo>
                  <a:lnTo>
                    <a:pt x="214" y="13"/>
                  </a:ln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68" name="path 1068"/>
            <p:cNvSpPr/>
            <p:nvPr/>
          </p:nvSpPr>
          <p:spPr>
            <a:xfrm>
              <a:off x="136812" y="73289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70" name="path 1070"/>
            <p:cNvSpPr/>
            <p:nvPr/>
          </p:nvSpPr>
          <p:spPr>
            <a:xfrm>
              <a:off x="127287" y="64976"/>
              <a:ext cx="150432" cy="344435"/>
            </a:xfrm>
            <a:custGeom>
              <a:avLst/>
              <a:gdLst/>
              <a:ahLst/>
              <a:cxnLst/>
              <a:rect l="0" t="0" r="0" b="0"/>
              <a:pathLst>
                <a:path w="236" h="542">
                  <a:moveTo>
                    <a:pt x="15" y="529"/>
                  </a:moveTo>
                  <a:lnTo>
                    <a:pt x="221" y="413"/>
                  </a:lnTo>
                  <a:lnTo>
                    <a:pt x="221" y="13"/>
                  </a:lnTo>
                  <a:lnTo>
                    <a:pt x="15" y="128"/>
                  </a:lnTo>
                  <a:lnTo>
                    <a:pt x="15" y="5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72" name="path 1072"/>
            <p:cNvSpPr/>
            <p:nvPr/>
          </p:nvSpPr>
          <p:spPr>
            <a:xfrm>
              <a:off x="268533" y="0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74" name="path 1074"/>
            <p:cNvSpPr/>
            <p:nvPr/>
          </p:nvSpPr>
          <p:spPr>
            <a:xfrm>
              <a:off x="259008" y="0"/>
              <a:ext cx="150432" cy="336121"/>
            </a:xfrm>
            <a:custGeom>
              <a:avLst/>
              <a:gdLst/>
              <a:ahLst/>
              <a:cxnLst/>
              <a:rect l="0" t="0" r="0" b="0"/>
              <a:pathLst>
                <a:path w="236" h="529">
                  <a:moveTo>
                    <a:pt x="15" y="516"/>
                  </a:moveTo>
                  <a:lnTo>
                    <a:pt x="221" y="400"/>
                  </a:lnTo>
                  <a:lnTo>
                    <a:pt x="221" y="0"/>
                  </a:lnTo>
                  <a:moveTo>
                    <a:pt x="15" y="115"/>
                  </a:moveTo>
                  <a:lnTo>
                    <a:pt x="15" y="516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76" name="path 1076"/>
            <p:cNvSpPr/>
            <p:nvPr/>
          </p:nvSpPr>
          <p:spPr>
            <a:xfrm>
              <a:off x="4750" y="394094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397"/>
                  </a:lnTo>
                  <a:lnTo>
                    <a:pt x="206" y="0"/>
                  </a:lnTo>
                  <a:lnTo>
                    <a:pt x="0" y="119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78" name="path 1078"/>
            <p:cNvSpPr/>
            <p:nvPr/>
          </p:nvSpPr>
          <p:spPr>
            <a:xfrm>
              <a:off x="0" y="385838"/>
              <a:ext cx="145658" cy="344319"/>
            </a:xfrm>
            <a:custGeom>
              <a:avLst/>
              <a:gdLst/>
              <a:ahLst/>
              <a:cxnLst/>
              <a:rect l="0" t="0" r="0" b="0"/>
              <a:pathLst>
                <a:path w="229" h="542">
                  <a:moveTo>
                    <a:pt x="7" y="529"/>
                  </a:moveTo>
                  <a:lnTo>
                    <a:pt x="214" y="410"/>
                  </a:lnTo>
                  <a:lnTo>
                    <a:pt x="214" y="13"/>
                  </a:ln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80" name="path 1080"/>
            <p:cNvSpPr/>
            <p:nvPr/>
          </p:nvSpPr>
          <p:spPr>
            <a:xfrm>
              <a:off x="136470" y="317237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82" name="path 1082"/>
            <p:cNvSpPr/>
            <p:nvPr/>
          </p:nvSpPr>
          <p:spPr>
            <a:xfrm>
              <a:off x="126945" y="308923"/>
              <a:ext cx="150432" cy="344435"/>
            </a:xfrm>
            <a:custGeom>
              <a:avLst/>
              <a:gdLst/>
              <a:ahLst/>
              <a:cxnLst/>
              <a:rect l="0" t="0" r="0" b="0"/>
              <a:pathLst>
                <a:path w="236" h="542">
                  <a:moveTo>
                    <a:pt x="15" y="529"/>
                  </a:moveTo>
                  <a:lnTo>
                    <a:pt x="221" y="413"/>
                  </a:lnTo>
                  <a:lnTo>
                    <a:pt x="221" y="13"/>
                  </a:lnTo>
                  <a:lnTo>
                    <a:pt x="15" y="128"/>
                  </a:lnTo>
                  <a:lnTo>
                    <a:pt x="15" y="5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84" name="path 1084"/>
            <p:cNvSpPr/>
            <p:nvPr/>
          </p:nvSpPr>
          <p:spPr>
            <a:xfrm>
              <a:off x="268190" y="243947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B6D7A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86" name="path 1086"/>
            <p:cNvSpPr/>
            <p:nvPr/>
          </p:nvSpPr>
          <p:spPr>
            <a:xfrm>
              <a:off x="258665" y="235634"/>
              <a:ext cx="150432" cy="344435"/>
            </a:xfrm>
            <a:custGeom>
              <a:avLst/>
              <a:gdLst/>
              <a:ahLst/>
              <a:cxnLst/>
              <a:rect l="0" t="0" r="0" b="0"/>
              <a:pathLst>
                <a:path w="236" h="542">
                  <a:moveTo>
                    <a:pt x="15" y="529"/>
                  </a:moveTo>
                  <a:lnTo>
                    <a:pt x="221" y="413"/>
                  </a:lnTo>
                  <a:lnTo>
                    <a:pt x="221" y="13"/>
                  </a:lnTo>
                  <a:lnTo>
                    <a:pt x="15" y="128"/>
                  </a:lnTo>
                  <a:lnTo>
                    <a:pt x="15" y="529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72" name="group 72"/>
          <p:cNvGrpSpPr/>
          <p:nvPr/>
        </p:nvGrpSpPr>
        <p:grpSpPr>
          <a:xfrm rot="21600000">
            <a:off x="7344062" y="1446803"/>
            <a:ext cx="272501" cy="412920"/>
            <a:chOff x="0" y="0"/>
            <a:chExt cx="272501" cy="412920"/>
          </a:xfrm>
        </p:grpSpPr>
        <p:sp>
          <p:nvSpPr>
            <p:cNvPr id="1088" name="path 1088"/>
            <p:cNvSpPr/>
            <p:nvPr/>
          </p:nvSpPr>
          <p:spPr>
            <a:xfrm>
              <a:off x="4750" y="76856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397"/>
                  </a:lnTo>
                  <a:lnTo>
                    <a:pt x="206" y="0"/>
                  </a:lnTo>
                  <a:lnTo>
                    <a:pt x="0" y="119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90" name="path 1090"/>
            <p:cNvSpPr/>
            <p:nvPr/>
          </p:nvSpPr>
          <p:spPr>
            <a:xfrm>
              <a:off x="0" y="320796"/>
              <a:ext cx="140884" cy="92124"/>
            </a:xfrm>
            <a:custGeom>
              <a:avLst/>
              <a:gdLst/>
              <a:ahLst/>
              <a:cxnLst/>
              <a:rect l="0" t="0" r="0" b="0"/>
              <a:pathLst>
                <a:path w="221" h="145">
                  <a:moveTo>
                    <a:pt x="7" y="132"/>
                  </a:moveTo>
                  <a:lnTo>
                    <a:pt x="214" y="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92" name="path 1092"/>
            <p:cNvSpPr/>
            <p:nvPr/>
          </p:nvSpPr>
          <p:spPr>
            <a:xfrm>
              <a:off x="136470" y="0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94" name="path 1094"/>
            <p:cNvSpPr/>
            <p:nvPr/>
          </p:nvSpPr>
          <p:spPr>
            <a:xfrm>
              <a:off x="131822" y="246028"/>
              <a:ext cx="140679" cy="90093"/>
            </a:xfrm>
            <a:custGeom>
              <a:avLst/>
              <a:gdLst/>
              <a:ahLst/>
              <a:cxnLst/>
              <a:rect l="0" t="0" r="0" b="0"/>
              <a:pathLst>
                <a:path w="221" h="141">
                  <a:moveTo>
                    <a:pt x="7" y="128"/>
                  </a:moveTo>
                  <a:lnTo>
                    <a:pt x="214" y="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74" name="group 74"/>
          <p:cNvGrpSpPr/>
          <p:nvPr/>
        </p:nvGrpSpPr>
        <p:grpSpPr>
          <a:xfrm rot="21600000">
            <a:off x="7343720" y="1609148"/>
            <a:ext cx="404564" cy="494523"/>
            <a:chOff x="0" y="0"/>
            <a:chExt cx="404564" cy="494523"/>
          </a:xfrm>
        </p:grpSpPr>
        <p:sp>
          <p:nvSpPr>
            <p:cNvPr id="1096" name="path 1096"/>
            <p:cNvSpPr/>
            <p:nvPr/>
          </p:nvSpPr>
          <p:spPr>
            <a:xfrm>
              <a:off x="263884" y="10394"/>
              <a:ext cx="140679" cy="90093"/>
            </a:xfrm>
            <a:custGeom>
              <a:avLst/>
              <a:gdLst/>
              <a:ahLst/>
              <a:cxnLst/>
              <a:rect l="0" t="0" r="0" b="0"/>
              <a:pathLst>
                <a:path w="221" h="141">
                  <a:moveTo>
                    <a:pt x="7" y="128"/>
                  </a:moveTo>
                  <a:lnTo>
                    <a:pt x="214" y="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98" name="path 1098"/>
            <p:cNvSpPr/>
            <p:nvPr/>
          </p:nvSpPr>
          <p:spPr>
            <a:xfrm>
              <a:off x="4751" y="158460"/>
              <a:ext cx="131381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397"/>
                  </a:lnTo>
                  <a:lnTo>
                    <a:pt x="206" y="0"/>
                  </a:lnTo>
                  <a:lnTo>
                    <a:pt x="0" y="119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0" name="path 1100"/>
            <p:cNvSpPr/>
            <p:nvPr/>
          </p:nvSpPr>
          <p:spPr>
            <a:xfrm>
              <a:off x="0" y="150204"/>
              <a:ext cx="140884" cy="344319"/>
            </a:xfrm>
            <a:custGeom>
              <a:avLst/>
              <a:gdLst/>
              <a:ahLst/>
              <a:cxnLst/>
              <a:rect l="0" t="0" r="0" b="0"/>
              <a:pathLst>
                <a:path w="221" h="542">
                  <a:moveTo>
                    <a:pt x="7" y="529"/>
                  </a:moveTo>
                  <a:lnTo>
                    <a:pt x="214" y="410"/>
                  </a:lnTo>
                  <a:moveTo>
                    <a:pt x="214" y="13"/>
                  </a:moveTo>
                  <a:lnTo>
                    <a:pt x="7" y="13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2" name="path 1102"/>
            <p:cNvSpPr/>
            <p:nvPr/>
          </p:nvSpPr>
          <p:spPr>
            <a:xfrm>
              <a:off x="136470" y="81603"/>
              <a:ext cx="131382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4" name="path 1104"/>
            <p:cNvSpPr/>
            <p:nvPr/>
          </p:nvSpPr>
          <p:spPr>
            <a:xfrm>
              <a:off x="131822" y="73289"/>
              <a:ext cx="145556" cy="344435"/>
            </a:xfrm>
            <a:custGeom>
              <a:avLst/>
              <a:gdLst/>
              <a:ahLst/>
              <a:cxnLst/>
              <a:rect l="0" t="0" r="0" b="0"/>
              <a:pathLst>
                <a:path w="229" h="542">
                  <a:moveTo>
                    <a:pt x="7" y="529"/>
                  </a:moveTo>
                  <a:lnTo>
                    <a:pt x="214" y="413"/>
                  </a:lnTo>
                  <a:lnTo>
                    <a:pt x="214" y="13"/>
                  </a:lnTo>
                  <a:lnTo>
                    <a:pt x="7" y="1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6" name="path 1106"/>
            <p:cNvSpPr/>
            <p:nvPr/>
          </p:nvSpPr>
          <p:spPr>
            <a:xfrm>
              <a:off x="268190" y="8313"/>
              <a:ext cx="131383" cy="327808"/>
            </a:xfrm>
            <a:custGeom>
              <a:avLst/>
              <a:gdLst/>
              <a:ahLst/>
              <a:cxnLst/>
              <a:rect l="0" t="0" r="0" b="0"/>
              <a:pathLst>
                <a:path w="206" h="516">
                  <a:moveTo>
                    <a:pt x="0" y="516"/>
                  </a:moveTo>
                  <a:lnTo>
                    <a:pt x="206" y="400"/>
                  </a:lnTo>
                  <a:lnTo>
                    <a:pt x="206" y="0"/>
                  </a:lnTo>
                  <a:lnTo>
                    <a:pt x="0" y="115"/>
                  </a:lnTo>
                  <a:lnTo>
                    <a:pt x="0" y="516"/>
                  </a:lnTo>
                  <a:close/>
                </a:path>
              </a:pathLst>
            </a:custGeom>
            <a:solidFill>
              <a:srgbClr val="FFE5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8" name="path 1108"/>
            <p:cNvSpPr/>
            <p:nvPr/>
          </p:nvSpPr>
          <p:spPr>
            <a:xfrm>
              <a:off x="258665" y="0"/>
              <a:ext cx="145556" cy="344435"/>
            </a:xfrm>
            <a:custGeom>
              <a:avLst/>
              <a:gdLst/>
              <a:ahLst/>
              <a:cxnLst/>
              <a:rect l="0" t="0" r="0" b="0"/>
              <a:pathLst>
                <a:path w="229" h="542">
                  <a:moveTo>
                    <a:pt x="15" y="529"/>
                  </a:moveTo>
                  <a:lnTo>
                    <a:pt x="221" y="413"/>
                  </a:lnTo>
                  <a:moveTo>
                    <a:pt x="221" y="13"/>
                  </a:moveTo>
                  <a:lnTo>
                    <a:pt x="15" y="128"/>
                  </a:lnTo>
                  <a:lnTo>
                    <a:pt x="15" y="529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110" name="table 1110"/>
          <p:cNvGraphicFramePr>
            <a:graphicFrameLocks noGrp="1"/>
          </p:cNvGraphicFramePr>
          <p:nvPr/>
        </p:nvGraphicFramePr>
        <p:xfrm>
          <a:off x="7216905" y="4235270"/>
          <a:ext cx="266065" cy="266065"/>
        </p:xfrm>
        <a:graphic>
          <a:graphicData uri="http://schemas.openxmlformats.org/drawingml/2006/table">
            <a:tbl>
              <a:tblPr>
                <a:solidFill>
                  <a:srgbClr val="B6D7A8"/>
                </a:solidFill>
              </a:tblPr>
              <a:tblGrid>
                <a:gridCol w="266065"/>
              </a:tblGrid>
              <a:tr h="247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2" name="table 1112"/>
          <p:cNvGraphicFramePr>
            <a:graphicFrameLocks noGrp="1"/>
          </p:cNvGraphicFramePr>
          <p:nvPr/>
        </p:nvGraphicFramePr>
        <p:xfrm>
          <a:off x="7464328" y="4235270"/>
          <a:ext cx="266065" cy="266065"/>
        </p:xfrm>
        <a:graphic>
          <a:graphicData uri="http://schemas.openxmlformats.org/drawingml/2006/table">
            <a:tbl>
              <a:tblPr>
                <a:solidFill>
                  <a:srgbClr val="B6D7A8"/>
                </a:solidFill>
              </a:tblPr>
              <a:tblGrid>
                <a:gridCol w="266065"/>
              </a:tblGrid>
              <a:tr h="247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114" name="path 1114"/>
          <p:cNvSpPr/>
          <p:nvPr/>
        </p:nvSpPr>
        <p:spPr>
          <a:xfrm>
            <a:off x="7711743" y="4164410"/>
            <a:ext cx="150432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397"/>
                </a:moveTo>
                <a:lnTo>
                  <a:pt x="221" y="0"/>
                </a:lnTo>
                <a:moveTo>
                  <a:pt x="15" y="119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16" name="path 1116"/>
          <p:cNvSpPr/>
          <p:nvPr/>
        </p:nvSpPr>
        <p:spPr>
          <a:xfrm>
            <a:off x="7843462" y="4087552"/>
            <a:ext cx="150432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400"/>
                </a:moveTo>
                <a:lnTo>
                  <a:pt x="221" y="0"/>
                </a:lnTo>
                <a:moveTo>
                  <a:pt x="15" y="115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18" name="path 1118"/>
          <p:cNvSpPr/>
          <p:nvPr/>
        </p:nvSpPr>
        <p:spPr>
          <a:xfrm>
            <a:off x="7741516" y="3760665"/>
            <a:ext cx="374915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0" name="path 1120"/>
          <p:cNvSpPr/>
          <p:nvPr/>
        </p:nvSpPr>
        <p:spPr>
          <a:xfrm>
            <a:off x="7712085" y="3920462"/>
            <a:ext cx="150431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397"/>
                </a:moveTo>
                <a:lnTo>
                  <a:pt x="221" y="0"/>
                </a:lnTo>
                <a:moveTo>
                  <a:pt x="15" y="119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2" name="path 1122"/>
          <p:cNvSpPr/>
          <p:nvPr/>
        </p:nvSpPr>
        <p:spPr>
          <a:xfrm>
            <a:off x="7843804" y="3843605"/>
            <a:ext cx="150432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400"/>
                </a:moveTo>
                <a:lnTo>
                  <a:pt x="221" y="0"/>
                </a:lnTo>
                <a:moveTo>
                  <a:pt x="15" y="115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4" name="path 1124"/>
          <p:cNvSpPr/>
          <p:nvPr/>
        </p:nvSpPr>
        <p:spPr>
          <a:xfrm>
            <a:off x="7975524" y="3770315"/>
            <a:ext cx="150432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400"/>
                </a:moveTo>
                <a:lnTo>
                  <a:pt x="221" y="0"/>
                </a:lnTo>
                <a:moveTo>
                  <a:pt x="15" y="115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6" name="path 1126"/>
          <p:cNvSpPr/>
          <p:nvPr/>
        </p:nvSpPr>
        <p:spPr>
          <a:xfrm>
            <a:off x="7975182" y="4014263"/>
            <a:ext cx="150432" cy="327808"/>
          </a:xfrm>
          <a:custGeom>
            <a:avLst/>
            <a:gdLst/>
            <a:ahLst/>
            <a:cxnLst/>
            <a:rect l="0" t="0" r="0" b="0"/>
            <a:pathLst>
              <a:path w="236" h="516">
                <a:moveTo>
                  <a:pt x="221" y="400"/>
                </a:moveTo>
                <a:lnTo>
                  <a:pt x="221" y="0"/>
                </a:lnTo>
                <a:moveTo>
                  <a:pt x="15" y="115"/>
                </a:moveTo>
                <a:lnTo>
                  <a:pt x="15" y="516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8" name="path 1128"/>
          <p:cNvSpPr/>
          <p:nvPr/>
        </p:nvSpPr>
        <p:spPr>
          <a:xfrm>
            <a:off x="6730858" y="3912177"/>
            <a:ext cx="374915" cy="94682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30" name="path 1130"/>
          <p:cNvSpPr/>
          <p:nvPr/>
        </p:nvSpPr>
        <p:spPr>
          <a:xfrm>
            <a:off x="6864690" y="3836438"/>
            <a:ext cx="374916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32" name="path 1132"/>
          <p:cNvSpPr/>
          <p:nvPr/>
        </p:nvSpPr>
        <p:spPr>
          <a:xfrm>
            <a:off x="7360261" y="3836440"/>
            <a:ext cx="374916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34" name="path 1134"/>
          <p:cNvSpPr/>
          <p:nvPr/>
        </p:nvSpPr>
        <p:spPr>
          <a:xfrm>
            <a:off x="6998522" y="3760627"/>
            <a:ext cx="374915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36" name="path 1136"/>
          <p:cNvSpPr/>
          <p:nvPr/>
        </p:nvSpPr>
        <p:spPr>
          <a:xfrm>
            <a:off x="6617268" y="3836474"/>
            <a:ext cx="374915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38" name="path 1138"/>
          <p:cNvSpPr/>
          <p:nvPr/>
        </p:nvSpPr>
        <p:spPr>
          <a:xfrm>
            <a:off x="7494093" y="3760628"/>
            <a:ext cx="374916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0" name="path 1140"/>
          <p:cNvSpPr/>
          <p:nvPr/>
        </p:nvSpPr>
        <p:spPr>
          <a:xfrm>
            <a:off x="6751099" y="3760663"/>
            <a:ext cx="374915" cy="94681"/>
          </a:xfrm>
          <a:custGeom>
            <a:avLst/>
            <a:gdLst/>
            <a:ahLst/>
            <a:cxnLst/>
            <a:rect l="0" t="0" r="0" b="0"/>
            <a:pathLst>
              <a:path w="590" h="149">
                <a:moveTo>
                  <a:pt x="211" y="15"/>
                </a:moveTo>
                <a:lnTo>
                  <a:pt x="590" y="15"/>
                </a:lnTo>
                <a:moveTo>
                  <a:pt x="378" y="134"/>
                </a:moveTo>
                <a:lnTo>
                  <a:pt x="0" y="13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2" name="rect 1142"/>
          <p:cNvSpPr/>
          <p:nvPr/>
        </p:nvSpPr>
        <p:spPr>
          <a:xfrm>
            <a:off x="7470328" y="1520270"/>
            <a:ext cx="19729" cy="499533"/>
          </a:xfrm>
          <a:prstGeom prst="rect">
            <a:avLst/>
          </a:prstGeom>
          <a:solidFill>
            <a:srgbClr val="000000">
              <a:alpha val="9411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4" name="textbox 1144"/>
          <p:cNvSpPr/>
          <p:nvPr/>
        </p:nvSpPr>
        <p:spPr>
          <a:xfrm>
            <a:off x="7001285" y="4599832"/>
            <a:ext cx="107314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2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46" name="textbox 1146"/>
          <p:cNvSpPr/>
          <p:nvPr/>
        </p:nvSpPr>
        <p:spPr>
          <a:xfrm>
            <a:off x="6935729" y="2202731"/>
            <a:ext cx="106679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2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48" name="textbox 1148"/>
          <p:cNvSpPr/>
          <p:nvPr/>
        </p:nvSpPr>
        <p:spPr>
          <a:xfrm>
            <a:off x="6935495" y="3401133"/>
            <a:ext cx="106679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2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50" name="textbox 1150"/>
          <p:cNvSpPr/>
          <p:nvPr/>
        </p:nvSpPr>
        <p:spPr>
          <a:xfrm>
            <a:off x="7436726" y="3255740"/>
            <a:ext cx="105410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52" name="textbox 1152"/>
          <p:cNvSpPr/>
          <p:nvPr/>
        </p:nvSpPr>
        <p:spPr>
          <a:xfrm>
            <a:off x="7545707" y="2102340"/>
            <a:ext cx="105410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54" name="textbox 1154"/>
          <p:cNvSpPr/>
          <p:nvPr/>
        </p:nvSpPr>
        <p:spPr>
          <a:xfrm>
            <a:off x="7324882" y="847976"/>
            <a:ext cx="105410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56" name="textbox 1156"/>
          <p:cNvSpPr/>
          <p:nvPr/>
        </p:nvSpPr>
        <p:spPr>
          <a:xfrm>
            <a:off x="7918493" y="4435290"/>
            <a:ext cx="105410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58" name="textbox 1158"/>
          <p:cNvSpPr/>
          <p:nvPr/>
        </p:nvSpPr>
        <p:spPr>
          <a:xfrm>
            <a:off x="6517721" y="2987249"/>
            <a:ext cx="105410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60" name="textbox 1160"/>
          <p:cNvSpPr/>
          <p:nvPr/>
        </p:nvSpPr>
        <p:spPr>
          <a:xfrm>
            <a:off x="6629565" y="587569"/>
            <a:ext cx="105410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62" name="textbox 1162"/>
          <p:cNvSpPr/>
          <p:nvPr/>
        </p:nvSpPr>
        <p:spPr>
          <a:xfrm>
            <a:off x="6408739" y="1791818"/>
            <a:ext cx="105410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64" name="textbox 1164"/>
          <p:cNvSpPr/>
          <p:nvPr/>
        </p:nvSpPr>
        <p:spPr>
          <a:xfrm>
            <a:off x="6895010" y="1005859"/>
            <a:ext cx="103504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200" b="1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66" name="path 1166"/>
          <p:cNvSpPr/>
          <p:nvPr/>
        </p:nvSpPr>
        <p:spPr>
          <a:xfrm>
            <a:off x="7733769" y="1617461"/>
            <a:ext cx="19050" cy="254341"/>
          </a:xfrm>
          <a:custGeom>
            <a:avLst/>
            <a:gdLst/>
            <a:ahLst/>
            <a:cxnLst/>
            <a:rect l="0" t="0" r="0" b="0"/>
            <a:pathLst>
              <a:path w="30" h="400">
                <a:moveTo>
                  <a:pt x="15" y="400"/>
                </a:moveTo>
                <a:lnTo>
                  <a:pt x="15" y="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8" name="path 1168"/>
          <p:cNvSpPr/>
          <p:nvPr/>
        </p:nvSpPr>
        <p:spPr>
          <a:xfrm>
            <a:off x="7065268" y="400877"/>
            <a:ext cx="19050" cy="252195"/>
          </a:xfrm>
          <a:custGeom>
            <a:avLst/>
            <a:gdLst/>
            <a:ahLst/>
            <a:cxnLst/>
            <a:rect l="0" t="0" r="0" b="0"/>
            <a:pathLst>
              <a:path w="30" h="397">
                <a:moveTo>
                  <a:pt x="15" y="0"/>
                </a:moveTo>
                <a:lnTo>
                  <a:pt x="15" y="397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70" name="path 1170"/>
          <p:cNvSpPr/>
          <p:nvPr/>
        </p:nvSpPr>
        <p:spPr>
          <a:xfrm>
            <a:off x="7064926" y="644825"/>
            <a:ext cx="19050" cy="252195"/>
          </a:xfrm>
          <a:custGeom>
            <a:avLst/>
            <a:gdLst/>
            <a:ahLst/>
            <a:cxnLst/>
            <a:rect l="0" t="0" r="0" b="0"/>
            <a:pathLst>
              <a:path w="30" h="397">
                <a:moveTo>
                  <a:pt x="15" y="0"/>
                </a:moveTo>
                <a:lnTo>
                  <a:pt x="15" y="397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textbox 1172"/>
          <p:cNvSpPr/>
          <p:nvPr/>
        </p:nvSpPr>
        <p:spPr>
          <a:xfrm>
            <a:off x="388016" y="614748"/>
            <a:ext cx="5111115" cy="3355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9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6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 --Operators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9379" algn="l" rtl="0" eaLnBrk="0">
              <a:lnSpc>
                <a:spcPts val="2392"/>
              </a:lnSpc>
              <a:spcBef>
                <a:spcPts val="552"/>
              </a:spcBef>
              <a:tabLst/>
            </a:pP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Addition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09059" algn="l" rtl="0" eaLnBrk="0">
              <a:lnSpc>
                <a:spcPct val="68000"/>
              </a:lnSpc>
              <a:spcBef>
                <a:spcPts val="548"/>
              </a:spcBef>
              <a:tabLst/>
            </a:pP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z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+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marL="119379" algn="l" rtl="0" eaLnBrk="0">
              <a:lnSpc>
                <a:spcPts val="2392"/>
              </a:lnSpc>
              <a:spcBef>
                <a:spcPts val="1364"/>
              </a:spcBef>
              <a:tabLst/>
            </a:pP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Subtract</a:t>
            </a:r>
            <a:r>
              <a:rPr sz="1800" kern="0" spc="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09059" algn="l" rtl="0" eaLnBrk="0">
              <a:lnSpc>
                <a:spcPts val="1335"/>
              </a:lnSpc>
              <a:spcBef>
                <a:spcPts val="514"/>
              </a:spcBef>
              <a:tabLst/>
            </a:pPr>
            <a:r>
              <a:rPr sz="17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z</a:t>
            </a:r>
            <a:r>
              <a:rPr sz="1700" kern="0" spc="1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700" kern="0" spc="1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700" kern="0" spc="2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-</a:t>
            </a:r>
            <a:r>
              <a:rPr sz="1700" kern="0" spc="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</a:t>
            </a:r>
            <a:endParaRPr sz="1700" dirty="0">
              <a:latin typeface="MS Gothic"/>
              <a:ea typeface="MS Gothic"/>
              <a:cs typeface="MS Gothic"/>
            </a:endParaRPr>
          </a:p>
          <a:p>
            <a:pPr marL="119379" algn="l" rtl="0" eaLnBrk="0">
              <a:lnSpc>
                <a:spcPts val="2392"/>
              </a:lnSpc>
              <a:spcBef>
                <a:spcPts val="1375"/>
              </a:spcBef>
              <a:tabLst/>
            </a:pP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 Power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spcBef>
                <a:spcPts val="2"/>
              </a:spcBef>
              <a:tabLst/>
            </a:pPr>
            <a:r>
              <a:rPr sz="17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</a:t>
            </a:r>
            <a:r>
              <a:rPr sz="1700" kern="0" spc="1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700" kern="0" spc="1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</a:t>
            </a:r>
            <a:r>
              <a:rPr sz="1700" b="1" kern="0" spc="-8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pow(2)</a:t>
            </a:r>
            <a:endParaRPr sz="17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174" name="rect 1174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textbox 1176"/>
          <p:cNvSpPr/>
          <p:nvPr/>
        </p:nvSpPr>
        <p:spPr>
          <a:xfrm>
            <a:off x="388016" y="614748"/>
            <a:ext cx="8626475" cy="4259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9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6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 --Operators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9379" algn="l" rtl="0" eaLnBrk="0">
              <a:lnSpc>
                <a:spcPts val="2392"/>
              </a:lnSpc>
              <a:spcBef>
                <a:spcPts val="552"/>
              </a:spcBef>
              <a:tabLst/>
            </a:pP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Summation</a:t>
            </a:r>
            <a:endParaRPr sz="1800" dirty="0">
              <a:latin typeface="Arial"/>
              <a:ea typeface="Arial"/>
              <a:cs typeface="Arial"/>
            </a:endParaRPr>
          </a:p>
          <a:p>
            <a:pPr marL="3788409" algn="l" rtl="0" eaLnBrk="0">
              <a:lnSpc>
                <a:spcPts val="2519"/>
              </a:lnSpc>
              <a:spcBef>
                <a:spcPts val="1301"/>
              </a:spcBef>
              <a:tabLst/>
            </a:pPr>
            <a:r>
              <a:rPr sz="17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</a:t>
            </a:r>
            <a:r>
              <a:rPr sz="1700" kern="0" spc="1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700" kern="0" spc="1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</a:t>
            </a:r>
            <a:r>
              <a:rPr sz="1700" b="1" kern="0" spc="-5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sum()</a:t>
            </a:r>
            <a:endParaRPr sz="1700" dirty="0">
              <a:latin typeface="Courier New"/>
              <a:ea typeface="Courier New"/>
              <a:cs typeface="Courier New"/>
            </a:endParaRPr>
          </a:p>
          <a:p>
            <a:pPr marL="119379" algn="l" rtl="0" eaLnBrk="0">
              <a:lnSpc>
                <a:spcPts val="2392"/>
              </a:lnSpc>
              <a:spcBef>
                <a:spcPts val="1155"/>
              </a:spcBef>
              <a:tabLst/>
            </a:pP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 Mean</a:t>
            </a:r>
            <a:endParaRPr sz="1800" dirty="0">
              <a:latin typeface="Arial"/>
              <a:ea typeface="Arial"/>
              <a:cs typeface="Arial"/>
            </a:endParaRPr>
          </a:p>
          <a:p>
            <a:pPr marL="3731259" algn="l" rtl="0" eaLnBrk="0">
              <a:lnSpc>
                <a:spcPts val="2519"/>
              </a:lnSpc>
              <a:spcBef>
                <a:spcPts val="1301"/>
              </a:spcBef>
              <a:tabLst/>
            </a:pPr>
            <a:r>
              <a:rPr sz="17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</a:t>
            </a:r>
            <a:r>
              <a:rPr sz="1700" kern="0" spc="1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700" kern="0" spc="1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</a:t>
            </a:r>
            <a:r>
              <a:rPr sz="1700" b="1" kern="0" spc="-6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mean()</a:t>
            </a:r>
            <a:endParaRPr sz="1700" dirty="0">
              <a:latin typeface="Courier New"/>
              <a:ea typeface="Courier New"/>
              <a:cs typeface="Courier New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12000"/>
              </a:lnSpc>
              <a:spcBef>
                <a:spcPts val="3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 operators: </a:t>
            </a:r>
            <a:r>
              <a:rPr sz="1400" u="sng" kern="0" spc="5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https://pytorch.org/docs/stable/tensors.ht</a:t>
            </a:r>
            <a:r>
              <a:rPr sz="1400" u="sng" kern="0" spc="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ml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1178" name="rect 1178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0" name="table 1180"/>
          <p:cNvGraphicFramePr>
            <a:graphicFrameLocks noGrp="1"/>
          </p:cNvGraphicFramePr>
          <p:nvPr/>
        </p:nvGraphicFramePr>
        <p:xfrm>
          <a:off x="947737" y="1966312"/>
          <a:ext cx="7247890" cy="1380490"/>
        </p:xfrm>
        <a:graphic>
          <a:graphicData uri="http://schemas.openxmlformats.org/drawingml/2006/table">
            <a:tbl>
              <a:tblPr/>
              <a:tblGrid>
                <a:gridCol w="3623945"/>
                <a:gridCol w="3623945"/>
              </a:tblGrid>
              <a:tr h="4616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algn="l" rtl="0" eaLnBrk="0">
                        <a:lnSpc>
                          <a:spcPct val="8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PyTorch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7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NumPy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519" algn="l" rtl="0" eaLnBrk="0">
                        <a:lnSpc>
                          <a:spcPct val="9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x.shape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075" algn="l" rtl="0" eaLnBrk="0">
                        <a:lnSpc>
                          <a:spcPct val="9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x.shape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6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519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x.dtype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075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x.dtype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82" name="textbox 1182"/>
          <p:cNvSpPr/>
          <p:nvPr/>
        </p:nvSpPr>
        <p:spPr>
          <a:xfrm>
            <a:off x="388016" y="616393"/>
            <a:ext cx="4117340" cy="1042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997"/>
              </a:lnSpc>
              <a:tabLst/>
            </a:pPr>
            <a:r>
              <a:rPr sz="24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</a:t>
            </a:r>
            <a:r>
              <a:rPr sz="2400" b="1" kern="0" spc="-7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sor -- PyTorch v.s. NumP</a:t>
            </a:r>
            <a:r>
              <a:rPr sz="2400" b="1" kern="0" spc="-4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19379" algn="l" rtl="0" eaLnBrk="0">
              <a:lnSpc>
                <a:spcPts val="2392"/>
              </a:lnSpc>
              <a:spcBef>
                <a:spcPts val="4"/>
              </a:spcBef>
              <a:tabLst/>
            </a:pP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Attribut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184" name="textbox 1184"/>
          <p:cNvSpPr/>
          <p:nvPr/>
        </p:nvSpPr>
        <p:spPr>
          <a:xfrm>
            <a:off x="4201340" y="4685731"/>
            <a:ext cx="4869179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2000"/>
              </a:lnSpc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ref: </a:t>
            </a:r>
            <a:r>
              <a:rPr sz="1400" u="sng" kern="0" spc="6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https:/</a:t>
            </a:r>
            <a:r>
              <a:rPr sz="1400" u="sng" kern="0" spc="5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/github.com/wkentaro/pytorch-for-numpy-users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1186" name="rect 1186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8" name="table 1188"/>
          <p:cNvGraphicFramePr>
            <a:graphicFrameLocks noGrp="1"/>
          </p:cNvGraphicFramePr>
          <p:nvPr/>
        </p:nvGraphicFramePr>
        <p:xfrm>
          <a:off x="947737" y="1966312"/>
          <a:ext cx="7247890" cy="1837690"/>
        </p:xfrm>
        <a:graphic>
          <a:graphicData uri="http://schemas.openxmlformats.org/drawingml/2006/table">
            <a:tbl>
              <a:tblPr/>
              <a:tblGrid>
                <a:gridCol w="3623945"/>
                <a:gridCol w="3623945"/>
              </a:tblGrid>
              <a:tr h="4616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algn="l" rtl="0" eaLnBrk="0">
                        <a:lnSpc>
                          <a:spcPct val="8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PyTorch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7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NumPy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519" algn="l" rtl="0" eaLnBrk="0">
                        <a:lnSpc>
                          <a:spcPct val="9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x.reshape</a:t>
                      </a:r>
                      <a:r>
                        <a:rPr sz="18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/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x.vi</a:t>
                      </a:r>
                      <a:r>
                        <a:rPr sz="1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ew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075" algn="l" rtl="0" eaLnBrk="0">
                        <a:lnSpc>
                          <a:spcPct val="9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x.reshape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519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x.squeeze()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075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x.squeeze()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6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519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x.unsqueeze(1)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2235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np.expand_di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ms(x,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1)</a:t>
                      </a:r>
                      <a:endParaRPr sz="18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90" name="textbox 1190"/>
          <p:cNvSpPr/>
          <p:nvPr/>
        </p:nvSpPr>
        <p:spPr>
          <a:xfrm>
            <a:off x="388016" y="616393"/>
            <a:ext cx="4117340" cy="1042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997"/>
              </a:lnSpc>
              <a:tabLst/>
            </a:pPr>
            <a:r>
              <a:rPr sz="24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</a:t>
            </a:r>
            <a:r>
              <a:rPr sz="2400" b="1" kern="0" spc="-7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sor -- PyTorch v.s. NumP</a:t>
            </a:r>
            <a:r>
              <a:rPr sz="2400" b="1" kern="0" spc="-4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endParaRPr sz="2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19379" algn="l" rtl="0" eaLnBrk="0">
              <a:lnSpc>
                <a:spcPts val="2467"/>
              </a:lnSpc>
              <a:tabLst/>
            </a:pP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Shape man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ipulation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192" name="textbox 1192"/>
          <p:cNvSpPr/>
          <p:nvPr/>
        </p:nvSpPr>
        <p:spPr>
          <a:xfrm>
            <a:off x="4201340" y="4685731"/>
            <a:ext cx="4869179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2000"/>
              </a:lnSpc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ref: </a:t>
            </a:r>
            <a:r>
              <a:rPr sz="1400" u="sng" kern="0" spc="6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https:/</a:t>
            </a:r>
            <a:r>
              <a:rPr sz="1400" u="sng" kern="0" spc="5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/github.com/wkentaro/pytorch-for-numpy-users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1194" name="rect 1194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textbox 1196"/>
          <p:cNvSpPr/>
          <p:nvPr/>
        </p:nvSpPr>
        <p:spPr>
          <a:xfrm>
            <a:off x="388016" y="616393"/>
            <a:ext cx="6312534" cy="3364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2500" b="1" kern="0" spc="-7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 -- D</a:t>
            </a:r>
            <a:r>
              <a:rPr sz="25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evice</a:t>
            </a:r>
            <a:endParaRPr sz="2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467"/>
              </a:lnSpc>
              <a:spcBef>
                <a:spcPts val="551"/>
              </a:spcBef>
              <a:tabLst/>
            </a:pP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Default: tensors &amp; modules will be computed with </a:t>
            </a:r>
            <a:r>
              <a:rPr sz="1800" b="1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CPU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9379" algn="l" rtl="0" eaLnBrk="0">
              <a:lnSpc>
                <a:spcPts val="2392"/>
              </a:lnSpc>
              <a:spcBef>
                <a:spcPts val="548"/>
              </a:spcBef>
              <a:tabLst/>
            </a:pPr>
            <a:r>
              <a:rPr sz="1800" kern="0" spc="-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-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CPU</a:t>
            </a:r>
            <a:endParaRPr sz="1800" dirty="0">
              <a:latin typeface="Arial"/>
              <a:ea typeface="Arial"/>
              <a:cs typeface="Arial"/>
            </a:endParaRPr>
          </a:p>
          <a:p>
            <a:pPr marL="3561715" algn="l" rtl="0" eaLnBrk="0">
              <a:lnSpc>
                <a:spcPct val="91000"/>
              </a:lnSpc>
              <a:spcBef>
                <a:spcPts val="1603"/>
              </a:spcBef>
              <a:tabLst/>
            </a:pP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700" kern="0" spc="1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7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</a:t>
            </a:r>
            <a:r>
              <a:rPr sz="1700" b="1" kern="0" spc="-7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to(</a:t>
            </a:r>
            <a:r>
              <a:rPr sz="1700" b="1" kern="0" spc="-7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‘c</a:t>
            </a:r>
            <a:r>
              <a:rPr sz="1700" b="1" kern="0" spc="-8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pu’</a:t>
            </a:r>
            <a:r>
              <a:rPr sz="1700" b="1" kern="0" spc="-8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)</a:t>
            </a:r>
            <a:endParaRPr sz="1700" dirty="0">
              <a:latin typeface="Courier New"/>
              <a:ea typeface="Courier New"/>
              <a:cs typeface="Courier New"/>
            </a:endParaRPr>
          </a:p>
          <a:p>
            <a:pPr marL="119379" algn="l" rtl="0" eaLnBrk="0">
              <a:lnSpc>
                <a:spcPts val="2392"/>
              </a:lnSpc>
              <a:spcBef>
                <a:spcPts val="1516"/>
              </a:spcBef>
              <a:tabLst/>
            </a:pP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 GPU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3504565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7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700" kern="0" spc="1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7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</a:t>
            </a:r>
            <a:r>
              <a:rPr sz="1700" b="1" kern="0" spc="-8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to(</a:t>
            </a:r>
            <a:r>
              <a:rPr sz="1700" b="1" kern="0" spc="-8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‘cuda’</a:t>
            </a:r>
            <a:r>
              <a:rPr sz="1700" b="1" kern="0" spc="-8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)</a:t>
            </a:r>
            <a:endParaRPr sz="17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198" name="rect 1198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textbox 1200"/>
          <p:cNvSpPr/>
          <p:nvPr/>
        </p:nvSpPr>
        <p:spPr>
          <a:xfrm>
            <a:off x="388016" y="614748"/>
            <a:ext cx="6731000" cy="1979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58"/>
              </a:lnSpc>
              <a:tabLst/>
            </a:pPr>
            <a:r>
              <a:rPr sz="25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Tensor -- Devic</a:t>
            </a:r>
            <a:r>
              <a:rPr sz="25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2500" b="1" kern="0" spc="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(GPU)</a:t>
            </a:r>
            <a:endParaRPr sz="2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9379" algn="l" rtl="0" eaLnBrk="0">
              <a:lnSpc>
                <a:spcPts val="2467"/>
              </a:lnSpc>
              <a:spcBef>
                <a:spcPts val="547"/>
              </a:spcBef>
              <a:tabLst/>
            </a:pP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Check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1800" kern="0" spc="-1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your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computer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has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NVIDIA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GPU</a:t>
            </a:r>
            <a:endParaRPr sz="1800" dirty="0">
              <a:latin typeface="Arial"/>
              <a:ea typeface="Arial"/>
              <a:cs typeface="Arial"/>
            </a:endParaRPr>
          </a:p>
          <a:p>
            <a:pPr marL="2997835" algn="l" rtl="0" eaLnBrk="0">
              <a:lnSpc>
                <a:spcPct val="95000"/>
              </a:lnSpc>
              <a:spcBef>
                <a:spcPts val="1611"/>
              </a:spcBef>
              <a:tabLst/>
            </a:pP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torch.cuda.i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s_available()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467"/>
              </a:lnSpc>
              <a:spcBef>
                <a:spcPts val="1"/>
              </a:spcBef>
              <a:tabLst/>
            </a:pP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 Multiple GPUs: specify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‘cuda:0’,‘cuda:1’,‘cuda:2’,</a:t>
            </a:r>
            <a:r>
              <a:rPr sz="1800" kern="0" spc="3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.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..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1202" name="textbox 1202"/>
          <p:cNvSpPr/>
          <p:nvPr/>
        </p:nvSpPr>
        <p:spPr>
          <a:xfrm>
            <a:off x="495137" y="3200534"/>
            <a:ext cx="8037830" cy="880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92"/>
              </a:lnSpc>
              <a:tabLst/>
            </a:pP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GPU?</a:t>
            </a:r>
            <a:endParaRPr sz="1800" dirty="0">
              <a:latin typeface="Arial"/>
              <a:ea typeface="Arial"/>
              <a:cs typeface="Arial"/>
            </a:endParaRPr>
          </a:p>
          <a:p>
            <a:pPr marL="469900" algn="l" rtl="0" eaLnBrk="0">
              <a:lnSpc>
                <a:spcPts val="2467"/>
              </a:lnSpc>
              <a:spcBef>
                <a:spcPts val="16"/>
              </a:spcBef>
              <a:tabLst/>
            </a:pP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Parallel com</a:t>
            </a:r>
            <a:r>
              <a:rPr sz="1800" kern="0" spc="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puting</a:t>
            </a:r>
            <a:endParaRPr sz="1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17000"/>
              </a:lnSpc>
              <a:spcBef>
                <a:spcPts val="64"/>
              </a:spcBef>
              <a:tabLst/>
            </a:pPr>
            <a:r>
              <a:rPr sz="1200" kern="0" spc="9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     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towardsdatascience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/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what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is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-a-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gpu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and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do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you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need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one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in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deep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learning</a:t>
            </a:r>
            <a:r>
              <a:rPr sz="1200" u="sng" kern="0" spc="9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-718b9</a:t>
            </a:r>
            <a:r>
              <a:rPr sz="1200" u="sng" kern="0" spc="8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597</a:t>
            </a:r>
            <a:r>
              <a:rPr sz="12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aa</a:t>
            </a:r>
            <a:r>
              <a:rPr sz="1200" u="sng" kern="0" spc="8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0d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pic>
        <p:nvPicPr>
          <p:cNvPr id="1204" name="picture 12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40075" y="288449"/>
            <a:ext cx="1521174" cy="1611524"/>
          </a:xfrm>
          <a:prstGeom prst="rect">
            <a:avLst/>
          </a:prstGeom>
        </p:spPr>
      </p:pic>
      <p:sp>
        <p:nvSpPr>
          <p:cNvPr id="1206" name="rect 1206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textbox 1208"/>
          <p:cNvSpPr/>
          <p:nvPr/>
        </p:nvSpPr>
        <p:spPr>
          <a:xfrm>
            <a:off x="776926" y="1368839"/>
            <a:ext cx="7983855" cy="2593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3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torch.tensor([[1.,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0.],</a:t>
            </a:r>
            <a:r>
              <a:rPr sz="1800" kern="0" spc="2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[-1.,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1.]],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b="1" kern="0" spc="-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Γequ</a:t>
            </a:r>
            <a:r>
              <a:rPr sz="1800" b="1" kern="0" spc="-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iΓes_9Γad〓TΓue</a:t>
            </a:r>
            <a:r>
              <a:rPr sz="18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marL="12700" algn="l" rtl="0" eaLnBrk="0">
              <a:lnSpc>
                <a:spcPts val="3683"/>
              </a:lnSpc>
              <a:spcBef>
                <a:spcPts val="39"/>
              </a:spcBef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z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x.pow(2).s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um()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514"/>
              </a:spcBef>
              <a:tabLst/>
            </a:pPr>
            <a:r>
              <a:rPr sz="17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700" kern="0" spc="1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7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z.</a:t>
            </a:r>
            <a:r>
              <a:rPr sz="1700" b="1" kern="0" spc="-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backwaΓd()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552"/>
              </a:spcBef>
              <a:tabLst/>
            </a:pPr>
            <a:r>
              <a:rPr sz="18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</a:t>
            </a:r>
            <a:r>
              <a:rPr sz="1800" b="1" kern="0" spc="-8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9Γad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0000"/>
              </a:lnSpc>
              <a:spcBef>
                <a:spcPts val="542"/>
              </a:spcBef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tensor([[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2.,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 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0.],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                                 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90855" algn="l" rtl="0" eaLnBrk="0">
              <a:lnSpc>
                <a:spcPct val="73000"/>
              </a:lnSpc>
              <a:spcBef>
                <a:spcPts val="4"/>
              </a:spcBef>
              <a:tabLst/>
            </a:pP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[-2.,</a:t>
            </a:r>
            <a:r>
              <a:rPr sz="1800" kern="0" spc="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 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2.]])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pic>
        <p:nvPicPr>
          <p:cNvPr id="1210" name="picture 12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794859" y="3237015"/>
            <a:ext cx="1950932" cy="378328"/>
          </a:xfrm>
          <a:prstGeom prst="rect">
            <a:avLst/>
          </a:prstGeom>
        </p:spPr>
      </p:pic>
      <p:pic>
        <p:nvPicPr>
          <p:cNvPr id="1212" name="picture 12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703340" y="3101659"/>
            <a:ext cx="1627134" cy="649039"/>
          </a:xfrm>
          <a:prstGeom prst="rect">
            <a:avLst/>
          </a:prstGeom>
        </p:spPr>
      </p:pic>
      <p:pic>
        <p:nvPicPr>
          <p:cNvPr id="1214" name="picture 12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06887" y="4233515"/>
            <a:ext cx="1499927" cy="501604"/>
          </a:xfrm>
          <a:prstGeom prst="rect">
            <a:avLst/>
          </a:prstGeom>
        </p:spPr>
      </p:pic>
      <p:pic>
        <p:nvPicPr>
          <p:cNvPr id="1216" name="picture 12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75491" y="4150845"/>
            <a:ext cx="1768643" cy="679483"/>
          </a:xfrm>
          <a:prstGeom prst="rect">
            <a:avLst/>
          </a:prstGeom>
        </p:spPr>
      </p:pic>
      <p:sp>
        <p:nvSpPr>
          <p:cNvPr id="1218" name="path 1218"/>
          <p:cNvSpPr/>
          <p:nvPr/>
        </p:nvSpPr>
        <p:spPr>
          <a:xfrm>
            <a:off x="2490474" y="2490474"/>
            <a:ext cx="4605799" cy="1769374"/>
          </a:xfrm>
          <a:custGeom>
            <a:avLst/>
            <a:gdLst/>
            <a:ahLst/>
            <a:cxnLst/>
            <a:rect l="0" t="0" r="0" b="0"/>
            <a:pathLst>
              <a:path w="7253" h="2786">
                <a:moveTo>
                  <a:pt x="3146" y="933"/>
                </a:moveTo>
                <a:lnTo>
                  <a:pt x="3146" y="933"/>
                </a:lnTo>
                <a:cubicBezTo>
                  <a:pt x="3146" y="740"/>
                  <a:pt x="3303" y="583"/>
                  <a:pt x="3496" y="583"/>
                </a:cubicBezTo>
                <a:lnTo>
                  <a:pt x="3496" y="583"/>
                </a:lnTo>
                <a:cubicBezTo>
                  <a:pt x="3589" y="583"/>
                  <a:pt x="3678" y="620"/>
                  <a:pt x="3744" y="685"/>
                </a:cubicBezTo>
                <a:cubicBezTo>
                  <a:pt x="3809" y="751"/>
                  <a:pt x="3846" y="840"/>
                  <a:pt x="3846" y="933"/>
                </a:cubicBezTo>
                <a:lnTo>
                  <a:pt x="3846" y="933"/>
                </a:lnTo>
                <a:cubicBezTo>
                  <a:pt x="3846" y="1127"/>
                  <a:pt x="3690" y="1283"/>
                  <a:pt x="3496" y="1283"/>
                </a:cubicBezTo>
                <a:lnTo>
                  <a:pt x="3496" y="1283"/>
                </a:lnTo>
                <a:cubicBezTo>
                  <a:pt x="3303" y="1283"/>
                  <a:pt x="3146" y="1127"/>
                  <a:pt x="3146" y="933"/>
                </a:cubicBezTo>
                <a:moveTo>
                  <a:pt x="6537" y="933"/>
                </a:moveTo>
                <a:lnTo>
                  <a:pt x="6537" y="933"/>
                </a:lnTo>
                <a:cubicBezTo>
                  <a:pt x="6537" y="740"/>
                  <a:pt x="6694" y="583"/>
                  <a:pt x="6887" y="583"/>
                </a:cubicBezTo>
                <a:lnTo>
                  <a:pt x="6887" y="583"/>
                </a:lnTo>
                <a:cubicBezTo>
                  <a:pt x="6980" y="583"/>
                  <a:pt x="7069" y="620"/>
                  <a:pt x="7135" y="685"/>
                </a:cubicBezTo>
                <a:cubicBezTo>
                  <a:pt x="7201" y="751"/>
                  <a:pt x="7238" y="840"/>
                  <a:pt x="7238" y="933"/>
                </a:cubicBezTo>
                <a:lnTo>
                  <a:pt x="7238" y="933"/>
                </a:lnTo>
                <a:cubicBezTo>
                  <a:pt x="7238" y="1127"/>
                  <a:pt x="7081" y="1283"/>
                  <a:pt x="6887" y="1283"/>
                </a:cubicBezTo>
                <a:lnTo>
                  <a:pt x="6887" y="1283"/>
                </a:lnTo>
                <a:cubicBezTo>
                  <a:pt x="6694" y="1283"/>
                  <a:pt x="6537" y="1127"/>
                  <a:pt x="6537" y="933"/>
                </a:cubicBezTo>
                <a:moveTo>
                  <a:pt x="3146" y="2421"/>
                </a:moveTo>
                <a:lnTo>
                  <a:pt x="3146" y="2421"/>
                </a:lnTo>
                <a:cubicBezTo>
                  <a:pt x="3146" y="2227"/>
                  <a:pt x="3303" y="2070"/>
                  <a:pt x="3496" y="2070"/>
                </a:cubicBezTo>
                <a:lnTo>
                  <a:pt x="3496" y="2070"/>
                </a:lnTo>
                <a:cubicBezTo>
                  <a:pt x="3589" y="2070"/>
                  <a:pt x="3678" y="2107"/>
                  <a:pt x="3744" y="2173"/>
                </a:cubicBezTo>
                <a:cubicBezTo>
                  <a:pt x="3809" y="2239"/>
                  <a:pt x="3846" y="2328"/>
                  <a:pt x="3846" y="2421"/>
                </a:cubicBezTo>
                <a:lnTo>
                  <a:pt x="3846" y="2421"/>
                </a:lnTo>
                <a:cubicBezTo>
                  <a:pt x="3846" y="2614"/>
                  <a:pt x="3690" y="2771"/>
                  <a:pt x="3496" y="2771"/>
                </a:cubicBezTo>
                <a:lnTo>
                  <a:pt x="3496" y="2771"/>
                </a:lnTo>
                <a:cubicBezTo>
                  <a:pt x="3303" y="2771"/>
                  <a:pt x="3146" y="2614"/>
                  <a:pt x="3146" y="2421"/>
                </a:cubicBezTo>
                <a:moveTo>
                  <a:pt x="6537" y="2421"/>
                </a:moveTo>
                <a:lnTo>
                  <a:pt x="6537" y="2421"/>
                </a:lnTo>
                <a:cubicBezTo>
                  <a:pt x="6537" y="2227"/>
                  <a:pt x="6694" y="2070"/>
                  <a:pt x="6887" y="2070"/>
                </a:cubicBezTo>
                <a:lnTo>
                  <a:pt x="6887" y="2070"/>
                </a:lnTo>
                <a:cubicBezTo>
                  <a:pt x="6980" y="2070"/>
                  <a:pt x="7069" y="2107"/>
                  <a:pt x="7135" y="2173"/>
                </a:cubicBezTo>
                <a:cubicBezTo>
                  <a:pt x="7201" y="2239"/>
                  <a:pt x="7238" y="2328"/>
                  <a:pt x="7238" y="2421"/>
                </a:cubicBezTo>
                <a:lnTo>
                  <a:pt x="7238" y="2421"/>
                </a:lnTo>
                <a:cubicBezTo>
                  <a:pt x="7238" y="2614"/>
                  <a:pt x="7081" y="2771"/>
                  <a:pt x="6887" y="2771"/>
                </a:cubicBezTo>
                <a:lnTo>
                  <a:pt x="6887" y="2771"/>
                </a:lnTo>
                <a:cubicBezTo>
                  <a:pt x="6694" y="2771"/>
                  <a:pt x="6537" y="2614"/>
                  <a:pt x="6537" y="2421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0" name="textbox 1220"/>
          <p:cNvSpPr/>
          <p:nvPr/>
        </p:nvSpPr>
        <p:spPr>
          <a:xfrm>
            <a:off x="403241" y="614748"/>
            <a:ext cx="3949700" cy="401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6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2500" b="1" kern="0" spc="-7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 to Calculate Gradient?</a:t>
            </a:r>
            <a:endParaRPr sz="2500" dirty="0">
              <a:latin typeface="Arial"/>
              <a:ea typeface="Arial"/>
              <a:cs typeface="Arial"/>
            </a:endParaRPr>
          </a:p>
        </p:txBody>
      </p:sp>
      <p:grpSp>
        <p:nvGrpSpPr>
          <p:cNvPr id="76" name="group 76"/>
          <p:cNvGrpSpPr/>
          <p:nvPr/>
        </p:nvGrpSpPr>
        <p:grpSpPr>
          <a:xfrm rot="21600000">
            <a:off x="182750" y="1256800"/>
            <a:ext cx="463950" cy="1955250"/>
            <a:chOff x="0" y="0"/>
            <a:chExt cx="463950" cy="1955250"/>
          </a:xfrm>
        </p:grpSpPr>
        <p:sp>
          <p:nvSpPr>
            <p:cNvPr id="1222" name="path 1222"/>
            <p:cNvSpPr/>
            <p:nvPr/>
          </p:nvSpPr>
          <p:spPr>
            <a:xfrm>
              <a:off x="0" y="0"/>
              <a:ext cx="463950" cy="1955250"/>
            </a:xfrm>
            <a:custGeom>
              <a:avLst/>
              <a:gdLst/>
              <a:ahLst/>
              <a:cxnLst/>
              <a:rect l="0" t="0" r="0" b="0"/>
              <a:pathLst>
                <a:path w="730" h="3079">
                  <a:moveTo>
                    <a:pt x="15" y="365"/>
                  </a:moveTo>
                  <a:lnTo>
                    <a:pt x="15" y="365"/>
                  </a:lnTo>
                  <a:cubicBezTo>
                    <a:pt x="15" y="171"/>
                    <a:pt x="171" y="15"/>
                    <a:pt x="365" y="15"/>
                  </a:cubicBezTo>
                  <a:lnTo>
                    <a:pt x="365" y="15"/>
                  </a:lnTo>
                  <a:cubicBezTo>
                    <a:pt x="458" y="15"/>
                    <a:pt x="547" y="51"/>
                    <a:pt x="613" y="117"/>
                  </a:cubicBezTo>
                  <a:cubicBezTo>
                    <a:pt x="678" y="183"/>
                    <a:pt x="715" y="272"/>
                    <a:pt x="715" y="365"/>
                  </a:cubicBezTo>
                  <a:lnTo>
                    <a:pt x="715" y="365"/>
                  </a:lnTo>
                  <a:cubicBezTo>
                    <a:pt x="715" y="558"/>
                    <a:pt x="558" y="715"/>
                    <a:pt x="365" y="715"/>
                  </a:cubicBezTo>
                  <a:lnTo>
                    <a:pt x="365" y="715"/>
                  </a:lnTo>
                  <a:cubicBezTo>
                    <a:pt x="171" y="715"/>
                    <a:pt x="15" y="558"/>
                    <a:pt x="15" y="365"/>
                  </a:cubicBezTo>
                  <a:moveTo>
                    <a:pt x="15" y="1148"/>
                  </a:moveTo>
                  <a:lnTo>
                    <a:pt x="15" y="1148"/>
                  </a:lnTo>
                  <a:cubicBezTo>
                    <a:pt x="15" y="954"/>
                    <a:pt x="171" y="797"/>
                    <a:pt x="365" y="797"/>
                  </a:cubicBezTo>
                  <a:lnTo>
                    <a:pt x="365" y="797"/>
                  </a:lnTo>
                  <a:cubicBezTo>
                    <a:pt x="458" y="797"/>
                    <a:pt x="547" y="834"/>
                    <a:pt x="613" y="900"/>
                  </a:cubicBezTo>
                  <a:cubicBezTo>
                    <a:pt x="678" y="966"/>
                    <a:pt x="715" y="1055"/>
                    <a:pt x="715" y="1148"/>
                  </a:cubicBezTo>
                  <a:lnTo>
                    <a:pt x="715" y="1148"/>
                  </a:lnTo>
                  <a:cubicBezTo>
                    <a:pt x="715" y="1341"/>
                    <a:pt x="558" y="1498"/>
                    <a:pt x="365" y="1498"/>
                  </a:cubicBezTo>
                  <a:lnTo>
                    <a:pt x="365" y="1498"/>
                  </a:lnTo>
                  <a:cubicBezTo>
                    <a:pt x="171" y="1498"/>
                    <a:pt x="15" y="1341"/>
                    <a:pt x="15" y="1148"/>
                  </a:cubicBezTo>
                  <a:moveTo>
                    <a:pt x="15" y="1930"/>
                  </a:moveTo>
                  <a:lnTo>
                    <a:pt x="15" y="1930"/>
                  </a:lnTo>
                  <a:cubicBezTo>
                    <a:pt x="15" y="1737"/>
                    <a:pt x="171" y="1580"/>
                    <a:pt x="365" y="1580"/>
                  </a:cubicBezTo>
                  <a:lnTo>
                    <a:pt x="365" y="1580"/>
                  </a:lnTo>
                  <a:cubicBezTo>
                    <a:pt x="458" y="1580"/>
                    <a:pt x="547" y="1617"/>
                    <a:pt x="613" y="1683"/>
                  </a:cubicBezTo>
                  <a:cubicBezTo>
                    <a:pt x="678" y="1748"/>
                    <a:pt x="715" y="1838"/>
                    <a:pt x="715" y="1930"/>
                  </a:cubicBezTo>
                  <a:lnTo>
                    <a:pt x="715" y="1930"/>
                  </a:lnTo>
                  <a:cubicBezTo>
                    <a:pt x="715" y="2124"/>
                    <a:pt x="558" y="2281"/>
                    <a:pt x="365" y="2281"/>
                  </a:cubicBezTo>
                  <a:lnTo>
                    <a:pt x="365" y="2281"/>
                  </a:lnTo>
                  <a:cubicBezTo>
                    <a:pt x="171" y="2281"/>
                    <a:pt x="15" y="2124"/>
                    <a:pt x="15" y="1930"/>
                  </a:cubicBezTo>
                  <a:moveTo>
                    <a:pt x="15" y="2713"/>
                  </a:moveTo>
                  <a:lnTo>
                    <a:pt x="15" y="2713"/>
                  </a:lnTo>
                  <a:cubicBezTo>
                    <a:pt x="15" y="2520"/>
                    <a:pt x="171" y="2363"/>
                    <a:pt x="365" y="2363"/>
                  </a:cubicBezTo>
                  <a:lnTo>
                    <a:pt x="365" y="2363"/>
                  </a:lnTo>
                  <a:cubicBezTo>
                    <a:pt x="458" y="2363"/>
                    <a:pt x="547" y="2400"/>
                    <a:pt x="613" y="2466"/>
                  </a:cubicBezTo>
                  <a:cubicBezTo>
                    <a:pt x="678" y="2531"/>
                    <a:pt x="715" y="2620"/>
                    <a:pt x="715" y="2713"/>
                  </a:cubicBezTo>
                  <a:lnTo>
                    <a:pt x="715" y="2713"/>
                  </a:lnTo>
                  <a:cubicBezTo>
                    <a:pt x="715" y="2907"/>
                    <a:pt x="558" y="3064"/>
                    <a:pt x="365" y="3064"/>
                  </a:cubicBezTo>
                  <a:lnTo>
                    <a:pt x="365" y="3064"/>
                  </a:lnTo>
                  <a:cubicBezTo>
                    <a:pt x="171" y="3064"/>
                    <a:pt x="15" y="2907"/>
                    <a:pt x="15" y="2713"/>
                  </a:cubicBezTo>
                </a:path>
              </a:pathLst>
            </a:custGeom>
            <a:noFill/>
            <a:ln w="19050" cap="flat">
              <a:solidFill>
                <a:srgbClr val="FF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24" name="textbox 1224"/>
            <p:cNvSpPr/>
            <p:nvPr/>
          </p:nvSpPr>
          <p:spPr>
            <a:xfrm>
              <a:off x="-12700" y="-12700"/>
              <a:ext cx="489584" cy="20358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43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00025" algn="l" rtl="0" eaLnBrk="0">
                <a:lnSpc>
                  <a:spcPct val="80000"/>
                </a:lnSpc>
                <a:tabLst/>
              </a:pPr>
              <a:r>
                <a:rPr sz="1800" kern="0" spc="-10" dirty="0">
                  <a:solidFill>
                    <a:srgbClr val="FF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1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90500" algn="l" rtl="0" eaLnBrk="0">
                <a:lnSpc>
                  <a:spcPct val="81000"/>
                </a:lnSpc>
                <a:spcBef>
                  <a:spcPts val="545"/>
                </a:spcBef>
                <a:tabLst/>
              </a:pPr>
              <a:r>
                <a:rPr sz="1800" kern="0" spc="-10" dirty="0">
                  <a:solidFill>
                    <a:srgbClr val="FF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1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9229" algn="l" rtl="0" eaLnBrk="0">
                <a:lnSpc>
                  <a:spcPct val="81000"/>
                </a:lnSpc>
                <a:spcBef>
                  <a:spcPts val="550"/>
                </a:spcBef>
                <a:tabLst/>
              </a:pPr>
              <a:r>
                <a:rPr sz="1800" kern="0" spc="-10" dirty="0">
                  <a:solidFill>
                    <a:srgbClr val="FF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endParaRPr sz="1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83514" algn="l" rtl="0" eaLnBrk="0">
                <a:lnSpc>
                  <a:spcPct val="81000"/>
                </a:lnSpc>
                <a:spcBef>
                  <a:spcPts val="4"/>
                </a:spcBef>
                <a:tabLst/>
              </a:pPr>
              <a:r>
                <a:rPr sz="1800" kern="0" spc="-10" dirty="0">
                  <a:solidFill>
                    <a:srgbClr val="FF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226" name="rect 1226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8" name="textbox 1228"/>
          <p:cNvSpPr/>
          <p:nvPr/>
        </p:nvSpPr>
        <p:spPr>
          <a:xfrm>
            <a:off x="4643235" y="3928497"/>
            <a:ext cx="229933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800" kern="0" spc="-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1800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1800" kern="0" spc="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1800" kern="0" spc="-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230" name="textbox 1230"/>
          <p:cNvSpPr/>
          <p:nvPr/>
        </p:nvSpPr>
        <p:spPr>
          <a:xfrm>
            <a:off x="4653751" y="2983922"/>
            <a:ext cx="2288539" cy="193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22"/>
              </a:lnSpc>
              <a:tabLst/>
            </a:pPr>
            <a:r>
              <a:rPr sz="1800" kern="0" spc="-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8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</a:t>
            </a:r>
            <a:r>
              <a:rPr sz="1800" kern="0" spc="-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8"/>
          <p:cNvGrpSpPr/>
          <p:nvPr/>
        </p:nvGrpSpPr>
        <p:grpSpPr>
          <a:xfrm rot="21600000">
            <a:off x="2490474" y="2490474"/>
            <a:ext cx="2387525" cy="1281700"/>
            <a:chOff x="0" y="0"/>
            <a:chExt cx="2387525" cy="1281700"/>
          </a:xfrm>
        </p:grpSpPr>
        <p:sp>
          <p:nvSpPr>
            <p:cNvPr id="1232" name="path 1232"/>
            <p:cNvSpPr/>
            <p:nvPr/>
          </p:nvSpPr>
          <p:spPr>
            <a:xfrm>
              <a:off x="773599" y="47507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34" name="path 1234"/>
            <p:cNvSpPr/>
            <p:nvPr/>
          </p:nvSpPr>
          <p:spPr>
            <a:xfrm>
              <a:off x="0" y="0"/>
              <a:ext cx="2387525" cy="1281700"/>
            </a:xfrm>
            <a:custGeom>
              <a:avLst/>
              <a:gdLst/>
              <a:ahLst/>
              <a:cxnLst/>
              <a:rect l="0" t="0" r="0" b="0"/>
              <a:pathLst>
                <a:path w="3759" h="2018">
                  <a:moveTo>
                    <a:pt x="1218" y="957"/>
                  </a:moveTo>
                  <a:lnTo>
                    <a:pt x="1218" y="957"/>
                  </a:lnTo>
                  <a:cubicBezTo>
                    <a:pt x="1218" y="841"/>
                    <a:pt x="1311" y="748"/>
                    <a:pt x="1427" y="748"/>
                  </a:cubicBezTo>
                  <a:lnTo>
                    <a:pt x="3535" y="748"/>
                  </a:lnTo>
                  <a:cubicBezTo>
                    <a:pt x="3591" y="748"/>
                    <a:pt x="3644" y="770"/>
                    <a:pt x="3683" y="809"/>
                  </a:cubicBezTo>
                  <a:cubicBezTo>
                    <a:pt x="3722" y="848"/>
                    <a:pt x="3744" y="901"/>
                    <a:pt x="3744" y="957"/>
                  </a:cubicBezTo>
                  <a:lnTo>
                    <a:pt x="3744" y="1794"/>
                  </a:lnTo>
                  <a:cubicBezTo>
                    <a:pt x="3744" y="1909"/>
                    <a:pt x="3651" y="2003"/>
                    <a:pt x="3535" y="2003"/>
                  </a:cubicBezTo>
                  <a:lnTo>
                    <a:pt x="1427" y="2003"/>
                  </a:lnTo>
                  <a:cubicBezTo>
                    <a:pt x="1311" y="2003"/>
                    <a:pt x="1218" y="1909"/>
                    <a:pt x="1218" y="1794"/>
                  </a:cubicBezTo>
                  <a:lnTo>
                    <a:pt x="1218" y="957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0" name="group 80"/>
          <p:cNvGrpSpPr/>
          <p:nvPr/>
        </p:nvGrpSpPr>
        <p:grpSpPr>
          <a:xfrm rot="21600000">
            <a:off x="2480949" y="1245149"/>
            <a:ext cx="2406575" cy="835199"/>
            <a:chOff x="0" y="0"/>
            <a:chExt cx="2406575" cy="835199"/>
          </a:xfrm>
        </p:grpSpPr>
        <p:sp>
          <p:nvSpPr>
            <p:cNvPr id="1236" name="path 1236"/>
            <p:cNvSpPr/>
            <p:nvPr/>
          </p:nvSpPr>
          <p:spPr>
            <a:xfrm>
              <a:off x="783124" y="19050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D9D2E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38" name="path 1238"/>
            <p:cNvSpPr/>
            <p:nvPr/>
          </p:nvSpPr>
          <p:spPr>
            <a:xfrm>
              <a:off x="0" y="0"/>
              <a:ext cx="2406575" cy="835199"/>
            </a:xfrm>
            <a:custGeom>
              <a:avLst/>
              <a:gdLst/>
              <a:ahLst/>
              <a:cxnLst/>
              <a:rect l="0" t="0" r="0" b="0"/>
              <a:pathLst>
                <a:path w="3789" h="1315">
                  <a:moveTo>
                    <a:pt x="1233" y="239"/>
                  </a:moveTo>
                  <a:lnTo>
                    <a:pt x="1233" y="239"/>
                  </a:lnTo>
                  <a:cubicBezTo>
                    <a:pt x="1233" y="123"/>
                    <a:pt x="1326" y="30"/>
                    <a:pt x="1442" y="30"/>
                  </a:cubicBezTo>
                  <a:lnTo>
                    <a:pt x="3550" y="30"/>
                  </a:lnTo>
                  <a:cubicBezTo>
                    <a:pt x="3606" y="30"/>
                    <a:pt x="3659" y="52"/>
                    <a:pt x="3698" y="91"/>
                  </a:cubicBezTo>
                  <a:cubicBezTo>
                    <a:pt x="3737" y="130"/>
                    <a:pt x="3759" y="183"/>
                    <a:pt x="3759" y="239"/>
                  </a:cubicBezTo>
                  <a:lnTo>
                    <a:pt x="3759" y="1076"/>
                  </a:lnTo>
                  <a:cubicBezTo>
                    <a:pt x="3759" y="1191"/>
                    <a:pt x="3666" y="1285"/>
                    <a:pt x="3550" y="1285"/>
                  </a:cubicBezTo>
                  <a:lnTo>
                    <a:pt x="1442" y="1285"/>
                  </a:lnTo>
                  <a:cubicBezTo>
                    <a:pt x="1326" y="1285"/>
                    <a:pt x="1233" y="1191"/>
                    <a:pt x="1233" y="1076"/>
                  </a:cubicBezTo>
                  <a:lnTo>
                    <a:pt x="1233" y="239"/>
                  </a:lnTo>
                  <a:close/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group 82"/>
          <p:cNvGrpSpPr/>
          <p:nvPr/>
        </p:nvGrpSpPr>
        <p:grpSpPr>
          <a:xfrm rot="21600000">
            <a:off x="4025858" y="2061299"/>
            <a:ext cx="80831" cy="879608"/>
            <a:chOff x="0" y="0"/>
            <a:chExt cx="80831" cy="879608"/>
          </a:xfrm>
        </p:grpSpPr>
        <p:sp>
          <p:nvSpPr>
            <p:cNvPr id="1240" name="path 1240"/>
            <p:cNvSpPr/>
            <p:nvPr/>
          </p:nvSpPr>
          <p:spPr>
            <a:xfrm>
              <a:off x="30891" y="0"/>
              <a:ext cx="19050" cy="789900"/>
            </a:xfrm>
            <a:custGeom>
              <a:avLst/>
              <a:gdLst/>
              <a:ahLst/>
              <a:cxnLst/>
              <a:rect l="0" t="0" r="0" b="0"/>
              <a:pathLst>
                <a:path w="30" h="1243">
                  <a:moveTo>
                    <a:pt x="15" y="0"/>
                  </a:moveTo>
                  <a:lnTo>
                    <a:pt x="15" y="124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42" name="path 1242"/>
            <p:cNvSpPr/>
            <p:nvPr/>
          </p:nvSpPr>
          <p:spPr>
            <a:xfrm>
              <a:off x="0" y="780375"/>
              <a:ext cx="80831" cy="99233"/>
            </a:xfrm>
            <a:custGeom>
              <a:avLst/>
              <a:gdLst/>
              <a:ahLst/>
              <a:cxnLst/>
              <a:rect l="0" t="0" r="0" b="0"/>
              <a:pathLst>
                <a:path w="127" h="156">
                  <a:moveTo>
                    <a:pt x="14" y="15"/>
                  </a:moveTo>
                  <a:lnTo>
                    <a:pt x="63" y="151"/>
                  </a:lnTo>
                  <a:lnTo>
                    <a:pt x="113" y="15"/>
                  </a:lnTo>
                  <a:lnTo>
                    <a:pt x="14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4" name="group 84"/>
          <p:cNvGrpSpPr/>
          <p:nvPr/>
        </p:nvGrpSpPr>
        <p:grpSpPr>
          <a:xfrm rot="21600000">
            <a:off x="2490474" y="2490474"/>
            <a:ext cx="3991925" cy="2185950"/>
            <a:chOff x="0" y="0"/>
            <a:chExt cx="3991925" cy="2185950"/>
          </a:xfrm>
        </p:grpSpPr>
        <p:sp>
          <p:nvSpPr>
            <p:cNvPr id="1244" name="path 1244"/>
            <p:cNvSpPr/>
            <p:nvPr/>
          </p:nvSpPr>
          <p:spPr>
            <a:xfrm>
              <a:off x="0" y="0"/>
              <a:ext cx="1616790" cy="456700"/>
            </a:xfrm>
            <a:custGeom>
              <a:avLst/>
              <a:gdLst/>
              <a:ahLst/>
              <a:cxnLst/>
              <a:rect l="0" t="0" r="0" b="0"/>
              <a:pathLst>
                <a:path w="2546" h="719">
                  <a:moveTo>
                    <a:pt x="2432" y="568"/>
                  </a:moveTo>
                  <a:moveTo>
                    <a:pt x="2432" y="568"/>
                  </a:moveTo>
                  <a:lnTo>
                    <a:pt x="2481" y="704"/>
                  </a:lnTo>
                  <a:lnTo>
                    <a:pt x="2531" y="568"/>
                  </a:lnTo>
                  <a:lnTo>
                    <a:pt x="2432" y="56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46" name="path 1246"/>
            <p:cNvSpPr/>
            <p:nvPr/>
          </p:nvSpPr>
          <p:spPr>
            <a:xfrm>
              <a:off x="2378000" y="137932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48" name="path 1248"/>
            <p:cNvSpPr/>
            <p:nvPr/>
          </p:nvSpPr>
          <p:spPr>
            <a:xfrm>
              <a:off x="0" y="0"/>
              <a:ext cx="3991925" cy="2185950"/>
            </a:xfrm>
            <a:custGeom>
              <a:avLst/>
              <a:gdLst/>
              <a:ahLst/>
              <a:cxnLst/>
              <a:rect l="0" t="0" r="0" b="0"/>
              <a:pathLst>
                <a:path w="6286" h="3442">
                  <a:moveTo>
                    <a:pt x="3744" y="2381"/>
                  </a:moveTo>
                  <a:lnTo>
                    <a:pt x="3744" y="2381"/>
                  </a:lnTo>
                  <a:cubicBezTo>
                    <a:pt x="3744" y="2265"/>
                    <a:pt x="3838" y="2172"/>
                    <a:pt x="3954" y="2172"/>
                  </a:cubicBezTo>
                  <a:lnTo>
                    <a:pt x="6062" y="2172"/>
                  </a:lnTo>
                  <a:cubicBezTo>
                    <a:pt x="6117" y="2172"/>
                    <a:pt x="6170" y="2194"/>
                    <a:pt x="6210" y="2233"/>
                  </a:cubicBezTo>
                  <a:cubicBezTo>
                    <a:pt x="6249" y="2272"/>
                    <a:pt x="6271" y="2325"/>
                    <a:pt x="6271" y="2381"/>
                  </a:cubicBezTo>
                  <a:lnTo>
                    <a:pt x="6271" y="3218"/>
                  </a:lnTo>
                  <a:cubicBezTo>
                    <a:pt x="6271" y="3333"/>
                    <a:pt x="6177" y="3427"/>
                    <a:pt x="6062" y="3427"/>
                  </a:cubicBezTo>
                  <a:lnTo>
                    <a:pt x="3954" y="3427"/>
                  </a:lnTo>
                  <a:cubicBezTo>
                    <a:pt x="3838" y="3427"/>
                    <a:pt x="3744" y="3333"/>
                    <a:pt x="3744" y="3218"/>
                  </a:cubicBezTo>
                  <a:lnTo>
                    <a:pt x="3744" y="2381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group 86"/>
          <p:cNvGrpSpPr/>
          <p:nvPr/>
        </p:nvGrpSpPr>
        <p:grpSpPr>
          <a:xfrm rot="21600000">
            <a:off x="1057175" y="2051774"/>
            <a:ext cx="1623449" cy="816149"/>
            <a:chOff x="0" y="0"/>
            <a:chExt cx="1623449" cy="816149"/>
          </a:xfrm>
        </p:grpSpPr>
        <p:sp>
          <p:nvSpPr>
            <p:cNvPr id="1250" name="path 1250"/>
            <p:cNvSpPr/>
            <p:nvPr/>
          </p:nvSpPr>
          <p:spPr>
            <a:xfrm>
              <a:off x="9525" y="952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52" name="path 1252"/>
            <p:cNvSpPr/>
            <p:nvPr/>
          </p:nvSpPr>
          <p:spPr>
            <a:xfrm>
              <a:off x="0" y="0"/>
              <a:ext cx="1623449" cy="816149"/>
            </a:xfrm>
            <a:custGeom>
              <a:avLst/>
              <a:gdLst/>
              <a:ahLst/>
              <a:cxnLst/>
              <a:rect l="0" t="0" r="0" b="0"/>
              <a:pathLst>
                <a:path w="2556" h="1285">
                  <a:moveTo>
                    <a:pt x="15" y="224"/>
                  </a:moveTo>
                  <a:lnTo>
                    <a:pt x="15" y="224"/>
                  </a:lnTo>
                  <a:cubicBezTo>
                    <a:pt x="15" y="108"/>
                    <a:pt x="108" y="15"/>
                    <a:pt x="224" y="15"/>
                  </a:cubicBezTo>
                  <a:lnTo>
                    <a:pt x="2332" y="15"/>
                  </a:lnTo>
                  <a:cubicBezTo>
                    <a:pt x="2387" y="15"/>
                    <a:pt x="2441" y="37"/>
                    <a:pt x="2480" y="76"/>
                  </a:cubicBezTo>
                  <a:cubicBezTo>
                    <a:pt x="2519" y="115"/>
                    <a:pt x="2541" y="168"/>
                    <a:pt x="2541" y="224"/>
                  </a:cubicBezTo>
                  <a:lnTo>
                    <a:pt x="2541" y="1061"/>
                  </a:lnTo>
                  <a:cubicBezTo>
                    <a:pt x="2541" y="1176"/>
                    <a:pt x="2447" y="1270"/>
                    <a:pt x="2332" y="1270"/>
                  </a:cubicBezTo>
                  <a:lnTo>
                    <a:pt x="224" y="1270"/>
                  </a:lnTo>
                  <a:cubicBezTo>
                    <a:pt x="108" y="1270"/>
                    <a:pt x="15" y="1176"/>
                    <a:pt x="15" y="1061"/>
                  </a:cubicBezTo>
                  <a:lnTo>
                    <a:pt x="15" y="22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8" name="group 88"/>
          <p:cNvGrpSpPr/>
          <p:nvPr/>
        </p:nvGrpSpPr>
        <p:grpSpPr>
          <a:xfrm rot="21600000">
            <a:off x="1057175" y="2490474"/>
            <a:ext cx="1623449" cy="2185950"/>
            <a:chOff x="0" y="0"/>
            <a:chExt cx="1623449" cy="2185950"/>
          </a:xfrm>
        </p:grpSpPr>
        <p:sp>
          <p:nvSpPr>
            <p:cNvPr id="1254" name="path 1254"/>
            <p:cNvSpPr/>
            <p:nvPr/>
          </p:nvSpPr>
          <p:spPr>
            <a:xfrm>
              <a:off x="9525" y="137932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56" name="path 1256"/>
            <p:cNvSpPr/>
            <p:nvPr/>
          </p:nvSpPr>
          <p:spPr>
            <a:xfrm>
              <a:off x="0" y="0"/>
              <a:ext cx="1623449" cy="2185950"/>
            </a:xfrm>
            <a:custGeom>
              <a:avLst/>
              <a:gdLst/>
              <a:ahLst/>
              <a:cxnLst/>
              <a:rect l="0" t="0" r="0" b="0"/>
              <a:pathLst>
                <a:path w="2556" h="3442">
                  <a:moveTo>
                    <a:pt x="15" y="2381"/>
                  </a:moveTo>
                  <a:lnTo>
                    <a:pt x="15" y="2381"/>
                  </a:lnTo>
                  <a:cubicBezTo>
                    <a:pt x="15" y="2265"/>
                    <a:pt x="108" y="2172"/>
                    <a:pt x="224" y="2172"/>
                  </a:cubicBezTo>
                  <a:lnTo>
                    <a:pt x="2332" y="2172"/>
                  </a:lnTo>
                  <a:cubicBezTo>
                    <a:pt x="2387" y="2172"/>
                    <a:pt x="2441" y="2194"/>
                    <a:pt x="2480" y="2233"/>
                  </a:cubicBezTo>
                  <a:cubicBezTo>
                    <a:pt x="2519" y="2272"/>
                    <a:pt x="2541" y="2325"/>
                    <a:pt x="2541" y="2381"/>
                  </a:cubicBezTo>
                  <a:lnTo>
                    <a:pt x="2541" y="3218"/>
                  </a:lnTo>
                  <a:cubicBezTo>
                    <a:pt x="2541" y="3333"/>
                    <a:pt x="2447" y="3427"/>
                    <a:pt x="2332" y="3427"/>
                  </a:cubicBezTo>
                  <a:lnTo>
                    <a:pt x="224" y="3427"/>
                  </a:lnTo>
                  <a:cubicBezTo>
                    <a:pt x="108" y="3427"/>
                    <a:pt x="15" y="3333"/>
                    <a:pt x="15" y="3218"/>
                  </a:cubicBezTo>
                  <a:lnTo>
                    <a:pt x="15" y="2381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0" name="group 90"/>
          <p:cNvGrpSpPr/>
          <p:nvPr/>
        </p:nvGrpSpPr>
        <p:grpSpPr>
          <a:xfrm rot="21600000">
            <a:off x="1057175" y="2490474"/>
            <a:ext cx="1623449" cy="1281700"/>
            <a:chOff x="0" y="0"/>
            <a:chExt cx="1623449" cy="1281700"/>
          </a:xfrm>
        </p:grpSpPr>
        <p:sp>
          <p:nvSpPr>
            <p:cNvPr id="1258" name="path 1258"/>
            <p:cNvSpPr/>
            <p:nvPr/>
          </p:nvSpPr>
          <p:spPr>
            <a:xfrm>
              <a:off x="9525" y="47507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60" name="path 1260"/>
            <p:cNvSpPr/>
            <p:nvPr/>
          </p:nvSpPr>
          <p:spPr>
            <a:xfrm>
              <a:off x="0" y="0"/>
              <a:ext cx="1623449" cy="1281700"/>
            </a:xfrm>
            <a:custGeom>
              <a:avLst/>
              <a:gdLst/>
              <a:ahLst/>
              <a:cxnLst/>
              <a:rect l="0" t="0" r="0" b="0"/>
              <a:pathLst>
                <a:path w="2556" h="2018">
                  <a:moveTo>
                    <a:pt x="15" y="957"/>
                  </a:moveTo>
                  <a:lnTo>
                    <a:pt x="15" y="957"/>
                  </a:lnTo>
                  <a:cubicBezTo>
                    <a:pt x="15" y="841"/>
                    <a:pt x="108" y="748"/>
                    <a:pt x="224" y="748"/>
                  </a:cubicBezTo>
                  <a:lnTo>
                    <a:pt x="2332" y="748"/>
                  </a:lnTo>
                  <a:cubicBezTo>
                    <a:pt x="2387" y="748"/>
                    <a:pt x="2441" y="770"/>
                    <a:pt x="2480" y="809"/>
                  </a:cubicBezTo>
                  <a:cubicBezTo>
                    <a:pt x="2519" y="848"/>
                    <a:pt x="2541" y="901"/>
                    <a:pt x="2541" y="957"/>
                  </a:cubicBezTo>
                  <a:lnTo>
                    <a:pt x="2541" y="1794"/>
                  </a:lnTo>
                  <a:cubicBezTo>
                    <a:pt x="2541" y="1909"/>
                    <a:pt x="2447" y="2003"/>
                    <a:pt x="2332" y="2003"/>
                  </a:cubicBezTo>
                  <a:lnTo>
                    <a:pt x="224" y="2003"/>
                  </a:lnTo>
                  <a:cubicBezTo>
                    <a:pt x="108" y="2003"/>
                    <a:pt x="15" y="1909"/>
                    <a:pt x="15" y="1794"/>
                  </a:cubicBezTo>
                  <a:lnTo>
                    <a:pt x="15" y="957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2" name="group 92"/>
          <p:cNvGrpSpPr/>
          <p:nvPr/>
        </p:nvGrpSpPr>
        <p:grpSpPr>
          <a:xfrm rot="21600000">
            <a:off x="4051354" y="2946832"/>
            <a:ext cx="4035445" cy="1331042"/>
            <a:chOff x="0" y="0"/>
            <a:chExt cx="4035445" cy="1331042"/>
          </a:xfrm>
        </p:grpSpPr>
        <p:grpSp>
          <p:nvGrpSpPr>
            <p:cNvPr id="94" name="group 94"/>
            <p:cNvGrpSpPr/>
            <p:nvPr/>
          </p:nvGrpSpPr>
          <p:grpSpPr>
            <a:xfrm rot="21600000">
              <a:off x="-1560879" y="-456357"/>
              <a:ext cx="5596325" cy="1787400"/>
              <a:chOff x="0" y="0"/>
              <a:chExt cx="5596325" cy="1787400"/>
            </a:xfrm>
          </p:grpSpPr>
          <p:sp>
            <p:nvSpPr>
              <p:cNvPr id="1262" name="path 1262"/>
              <p:cNvSpPr/>
              <p:nvPr/>
            </p:nvSpPr>
            <p:spPr>
              <a:xfrm>
                <a:off x="0" y="0"/>
                <a:ext cx="3164644" cy="1277435"/>
              </a:xfrm>
              <a:custGeom>
                <a:avLst/>
                <a:gdLst/>
                <a:ahLst/>
                <a:cxnLst/>
                <a:rect l="0" t="0" r="0" b="0"/>
                <a:pathLst>
                  <a:path w="4983" h="2011">
                    <a:moveTo>
                      <a:pt x="3744" y="1375"/>
                    </a:moveTo>
                    <a:cubicBezTo>
                      <a:pt x="4060" y="1375"/>
                      <a:pt x="4376" y="1475"/>
                      <a:pt x="4613" y="1624"/>
                    </a:cubicBezTo>
                    <a:cubicBezTo>
                      <a:pt x="4731" y="1699"/>
                      <a:pt x="4830" y="1786"/>
                      <a:pt x="4899" y="1879"/>
                    </a:cubicBezTo>
                    <a:cubicBezTo>
                      <a:pt x="4916" y="1903"/>
                      <a:pt x="4932" y="1926"/>
                      <a:pt x="4945" y="1950"/>
                    </a:cubicBezTo>
                    <a:cubicBezTo>
                      <a:pt x="4952" y="1962"/>
                      <a:pt x="4958" y="1975"/>
                      <a:pt x="4964" y="1987"/>
                    </a:cubicBezTo>
                    <a:cubicBezTo>
                      <a:pt x="4965" y="1990"/>
                      <a:pt x="4967" y="1993"/>
                      <a:pt x="4968" y="1996"/>
                    </a:cubicBezTo>
                    <a:lnTo>
                      <a:pt x="4968" y="1996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4" name="path 1264"/>
              <p:cNvSpPr/>
              <p:nvPr/>
            </p:nvSpPr>
            <p:spPr>
              <a:xfrm>
                <a:off x="0" y="0"/>
                <a:ext cx="3195343" cy="1361778"/>
              </a:xfrm>
              <a:custGeom>
                <a:avLst/>
                <a:gdLst/>
                <a:ahLst/>
                <a:cxnLst/>
                <a:rect l="0" t="0" r="0" b="0"/>
                <a:pathLst>
                  <a:path w="5032" h="2144">
                    <a:moveTo>
                      <a:pt x="4920" y="2007"/>
                    </a:moveTo>
                    <a:lnTo>
                      <a:pt x="4998" y="2129"/>
                    </a:lnTo>
                    <a:lnTo>
                      <a:pt x="5017" y="1985"/>
                    </a:lnTo>
                    <a:lnTo>
                      <a:pt x="4920" y="2007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19050" cap="flat">
                <a:solidFill>
                  <a:srgbClr val="00000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6" name="path 1266"/>
              <p:cNvSpPr/>
              <p:nvPr/>
            </p:nvSpPr>
            <p:spPr>
              <a:xfrm>
                <a:off x="0" y="0"/>
                <a:ext cx="2387525" cy="1787400"/>
              </a:xfrm>
              <a:custGeom>
                <a:avLst/>
                <a:gdLst/>
                <a:ahLst/>
                <a:cxnLst/>
                <a:rect l="0" t="0" r="0" b="0"/>
                <a:pathLst>
                  <a:path w="3759" h="2814">
                    <a:moveTo>
                      <a:pt x="3744" y="2799"/>
                    </a:moveTo>
                    <a:cubicBezTo>
                      <a:pt x="3429" y="2799"/>
                      <a:pt x="3113" y="2700"/>
                      <a:pt x="2876" y="2550"/>
                    </a:cubicBezTo>
                    <a:cubicBezTo>
                      <a:pt x="2757" y="2476"/>
                      <a:pt x="2659" y="2389"/>
                      <a:pt x="2590" y="2295"/>
                    </a:cubicBezTo>
                    <a:cubicBezTo>
                      <a:pt x="2572" y="2272"/>
                      <a:pt x="2557" y="2248"/>
                      <a:pt x="2544" y="2224"/>
                    </a:cubicBezTo>
                    <a:cubicBezTo>
                      <a:pt x="2537" y="2212"/>
                      <a:pt x="2531" y="2200"/>
                      <a:pt x="2525" y="2188"/>
                    </a:cubicBezTo>
                    <a:cubicBezTo>
                      <a:pt x="2524" y="2185"/>
                      <a:pt x="2522" y="2182"/>
                      <a:pt x="2521" y="2179"/>
                    </a:cubicBezTo>
                    <a:lnTo>
                      <a:pt x="2521" y="2178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8" name="path 1268"/>
              <p:cNvSpPr/>
              <p:nvPr/>
            </p:nvSpPr>
            <p:spPr>
              <a:xfrm>
                <a:off x="0" y="0"/>
                <a:ext cx="1641103" cy="1400018"/>
              </a:xfrm>
              <a:custGeom>
                <a:avLst/>
                <a:gdLst/>
                <a:ahLst/>
                <a:cxnLst/>
                <a:rect l="0" t="0" r="0" b="0"/>
                <a:pathLst>
                  <a:path w="2584" h="2204">
                    <a:moveTo>
                      <a:pt x="2569" y="2168"/>
                    </a:moveTo>
                    <a:lnTo>
                      <a:pt x="2491" y="2046"/>
                    </a:lnTo>
                    <a:lnTo>
                      <a:pt x="2472" y="2189"/>
                    </a:lnTo>
                    <a:lnTo>
                      <a:pt x="2569" y="2168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19050" cap="flat">
                <a:solidFill>
                  <a:srgbClr val="00000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0" name="path 1270"/>
              <p:cNvSpPr/>
              <p:nvPr/>
            </p:nvSpPr>
            <p:spPr>
              <a:xfrm>
                <a:off x="3982400" y="475075"/>
                <a:ext cx="1604400" cy="797099"/>
              </a:xfrm>
              <a:custGeom>
                <a:avLst/>
                <a:gdLst/>
                <a:ahLst/>
                <a:cxnLst/>
                <a:rect l="0" t="0" r="0" b="0"/>
                <a:pathLst>
                  <a:path w="2526" h="1255">
                    <a:moveTo>
                      <a:pt x="0" y="209"/>
                    </a:moveTo>
                    <a:lnTo>
                      <a:pt x="0" y="209"/>
                    </a:lnTo>
                    <a:cubicBezTo>
                      <a:pt x="0" y="93"/>
                      <a:pt x="93" y="0"/>
                      <a:pt x="209" y="0"/>
                    </a:cubicBezTo>
                    <a:lnTo>
                      <a:pt x="2317" y="0"/>
                    </a:lnTo>
                    <a:cubicBezTo>
                      <a:pt x="2372" y="0"/>
                      <a:pt x="2426" y="22"/>
                      <a:pt x="2465" y="61"/>
                    </a:cubicBezTo>
                    <a:cubicBezTo>
                      <a:pt x="2504" y="100"/>
                      <a:pt x="2526" y="153"/>
                      <a:pt x="2526" y="209"/>
                    </a:cubicBezTo>
                    <a:lnTo>
                      <a:pt x="2526" y="1046"/>
                    </a:lnTo>
                    <a:cubicBezTo>
                      <a:pt x="2526" y="1161"/>
                      <a:pt x="2432" y="1255"/>
                      <a:pt x="2317" y="1255"/>
                    </a:cubicBezTo>
                    <a:lnTo>
                      <a:pt x="209" y="1255"/>
                    </a:lnTo>
                    <a:cubicBezTo>
                      <a:pt x="93" y="1255"/>
                      <a:pt x="0" y="1161"/>
                      <a:pt x="0" y="1046"/>
                    </a:cubicBezTo>
                    <a:lnTo>
                      <a:pt x="0" y="209"/>
                    </a:lnTo>
                    <a:close/>
                  </a:path>
                </a:pathLst>
              </a:custGeom>
              <a:solidFill>
                <a:srgbClr val="F3F3F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2" name="path 1272"/>
              <p:cNvSpPr/>
              <p:nvPr/>
            </p:nvSpPr>
            <p:spPr>
              <a:xfrm>
                <a:off x="0" y="0"/>
                <a:ext cx="5596325" cy="1281700"/>
              </a:xfrm>
              <a:custGeom>
                <a:avLst/>
                <a:gdLst/>
                <a:ahLst/>
                <a:cxnLst/>
                <a:rect l="0" t="0" r="0" b="0"/>
                <a:pathLst>
                  <a:path w="8813" h="2018">
                    <a:moveTo>
                      <a:pt x="6271" y="957"/>
                    </a:moveTo>
                    <a:lnTo>
                      <a:pt x="6271" y="957"/>
                    </a:lnTo>
                    <a:cubicBezTo>
                      <a:pt x="6271" y="841"/>
                      <a:pt x="6365" y="748"/>
                      <a:pt x="6480" y="748"/>
                    </a:cubicBezTo>
                    <a:lnTo>
                      <a:pt x="8588" y="748"/>
                    </a:lnTo>
                    <a:cubicBezTo>
                      <a:pt x="8644" y="748"/>
                      <a:pt x="8697" y="770"/>
                      <a:pt x="8736" y="809"/>
                    </a:cubicBezTo>
                    <a:cubicBezTo>
                      <a:pt x="8776" y="848"/>
                      <a:pt x="8798" y="901"/>
                      <a:pt x="8798" y="957"/>
                    </a:cubicBezTo>
                    <a:lnTo>
                      <a:pt x="8798" y="1794"/>
                    </a:lnTo>
                    <a:cubicBezTo>
                      <a:pt x="8798" y="1909"/>
                      <a:pt x="8704" y="2003"/>
                      <a:pt x="8588" y="2003"/>
                    </a:cubicBezTo>
                    <a:lnTo>
                      <a:pt x="6480" y="2003"/>
                    </a:lnTo>
                    <a:cubicBezTo>
                      <a:pt x="6365" y="2003"/>
                      <a:pt x="6271" y="1909"/>
                      <a:pt x="6271" y="1794"/>
                    </a:cubicBezTo>
                    <a:lnTo>
                      <a:pt x="6271" y="957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74" name="textbox 1274"/>
            <p:cNvSpPr/>
            <p:nvPr/>
          </p:nvSpPr>
          <p:spPr>
            <a:xfrm>
              <a:off x="-12700" y="-12700"/>
              <a:ext cx="4061459" cy="1362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18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19095" algn="l" rtl="0" eaLnBrk="0">
                <a:lnSpc>
                  <a:spcPct val="80000"/>
                </a:lnSpc>
                <a:tabLst/>
              </a:pPr>
              <a:r>
                <a:rPr sz="16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Testing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 rot="21600000">
            <a:off x="2490474" y="2454625"/>
            <a:ext cx="767975" cy="1818948"/>
            <a:chOff x="0" y="0"/>
            <a:chExt cx="767975" cy="1818948"/>
          </a:xfrm>
        </p:grpSpPr>
        <p:sp>
          <p:nvSpPr>
            <p:cNvPr id="1276" name="path 1276"/>
            <p:cNvSpPr/>
            <p:nvPr/>
          </p:nvSpPr>
          <p:spPr>
            <a:xfrm>
              <a:off x="172660" y="0"/>
              <a:ext cx="546338" cy="819074"/>
            </a:xfrm>
            <a:custGeom>
              <a:avLst/>
              <a:gdLst/>
              <a:ahLst/>
              <a:cxnLst/>
              <a:rect l="0" t="0" r="0" b="0"/>
              <a:pathLst>
                <a:path w="860" h="1289">
                  <a:moveTo>
                    <a:pt x="12" y="8"/>
                  </a:moveTo>
                  <a:lnTo>
                    <a:pt x="847" y="1281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78" name="path 1278"/>
            <p:cNvSpPr/>
            <p:nvPr/>
          </p:nvSpPr>
          <p:spPr>
            <a:xfrm>
              <a:off x="0" y="35849"/>
              <a:ext cx="767975" cy="859813"/>
            </a:xfrm>
            <a:custGeom>
              <a:avLst/>
              <a:gdLst/>
              <a:ahLst/>
              <a:cxnLst/>
              <a:rect l="0" t="0" r="0" b="0"/>
              <a:pathLst>
                <a:path w="1209" h="1354">
                  <a:moveTo>
                    <a:pt x="1078" y="1252"/>
                  </a:moveTo>
                  <a:lnTo>
                    <a:pt x="1194" y="1339"/>
                  </a:lnTo>
                  <a:lnTo>
                    <a:pt x="1161" y="1198"/>
                  </a:lnTo>
                  <a:lnTo>
                    <a:pt x="1078" y="125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80" name="path 1280"/>
            <p:cNvSpPr/>
            <p:nvPr/>
          </p:nvSpPr>
          <p:spPr>
            <a:xfrm>
              <a:off x="180625" y="899949"/>
              <a:ext cx="478800" cy="19050"/>
            </a:xfrm>
            <a:custGeom>
              <a:avLst/>
              <a:gdLst/>
              <a:ahLst/>
              <a:cxnLst/>
              <a:rect l="0" t="0" r="0" b="0"/>
              <a:pathLst>
                <a:path w="754" h="30">
                  <a:moveTo>
                    <a:pt x="0" y="15"/>
                  </a:moveTo>
                  <a:lnTo>
                    <a:pt x="754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82" name="path 1282"/>
            <p:cNvSpPr/>
            <p:nvPr/>
          </p:nvSpPr>
          <p:spPr>
            <a:xfrm>
              <a:off x="0" y="35849"/>
              <a:ext cx="755400" cy="914615"/>
            </a:xfrm>
            <a:custGeom>
              <a:avLst/>
              <a:gdLst/>
              <a:ahLst/>
              <a:cxnLst/>
              <a:rect l="0" t="0" r="0" b="0"/>
              <a:pathLst>
                <a:path w="1189" h="1440">
                  <a:moveTo>
                    <a:pt x="1038" y="1425"/>
                  </a:moveTo>
                  <a:lnTo>
                    <a:pt x="1174" y="1375"/>
                  </a:lnTo>
                  <a:lnTo>
                    <a:pt x="1038" y="1326"/>
                  </a:lnTo>
                  <a:lnTo>
                    <a:pt x="1038" y="1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84" name="path 1284"/>
            <p:cNvSpPr/>
            <p:nvPr/>
          </p:nvSpPr>
          <p:spPr>
            <a:xfrm>
              <a:off x="172660" y="999873"/>
              <a:ext cx="546338" cy="819074"/>
            </a:xfrm>
            <a:custGeom>
              <a:avLst/>
              <a:gdLst/>
              <a:ahLst/>
              <a:cxnLst/>
              <a:rect l="0" t="0" r="0" b="0"/>
              <a:pathLst>
                <a:path w="860" h="1289">
                  <a:moveTo>
                    <a:pt x="12" y="1281"/>
                  </a:moveTo>
                  <a:lnTo>
                    <a:pt x="847" y="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86" name="path 1286"/>
            <p:cNvSpPr/>
            <p:nvPr/>
          </p:nvSpPr>
          <p:spPr>
            <a:xfrm>
              <a:off x="0" y="35849"/>
              <a:ext cx="767975" cy="996032"/>
            </a:xfrm>
            <a:custGeom>
              <a:avLst/>
              <a:gdLst/>
              <a:ahLst/>
              <a:cxnLst/>
              <a:rect l="0" t="0" r="0" b="0"/>
              <a:pathLst>
                <a:path w="1209" h="1568">
                  <a:moveTo>
                    <a:pt x="1161" y="1553"/>
                  </a:moveTo>
                  <a:lnTo>
                    <a:pt x="1194" y="1412"/>
                  </a:lnTo>
                  <a:lnTo>
                    <a:pt x="1078" y="1499"/>
                  </a:lnTo>
                  <a:lnTo>
                    <a:pt x="1161" y="15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8" name="group 98"/>
          <p:cNvGrpSpPr/>
          <p:nvPr/>
        </p:nvGrpSpPr>
        <p:grpSpPr>
          <a:xfrm rot="21600000">
            <a:off x="882275" y="1818275"/>
            <a:ext cx="6388456" cy="3091649"/>
            <a:chOff x="0" y="0"/>
            <a:chExt cx="6388456" cy="3091649"/>
          </a:xfrm>
        </p:grpSpPr>
        <p:sp>
          <p:nvSpPr>
            <p:cNvPr id="1288" name="path 1288"/>
            <p:cNvSpPr/>
            <p:nvPr/>
          </p:nvSpPr>
          <p:spPr>
            <a:xfrm>
              <a:off x="3986200" y="1536299"/>
              <a:ext cx="1490100" cy="19050"/>
            </a:xfrm>
            <a:custGeom>
              <a:avLst/>
              <a:gdLst/>
              <a:ahLst/>
              <a:cxnLst/>
              <a:rect l="0" t="0" r="0" b="0"/>
              <a:pathLst>
                <a:path w="2346" h="30">
                  <a:moveTo>
                    <a:pt x="0" y="15"/>
                  </a:moveTo>
                  <a:lnTo>
                    <a:pt x="2346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90" name="path 1290"/>
            <p:cNvSpPr/>
            <p:nvPr/>
          </p:nvSpPr>
          <p:spPr>
            <a:xfrm>
              <a:off x="1608199" y="672199"/>
              <a:ext cx="3964075" cy="914615"/>
            </a:xfrm>
            <a:custGeom>
              <a:avLst/>
              <a:gdLst/>
              <a:ahLst/>
              <a:cxnLst/>
              <a:rect l="0" t="0" r="0" b="0"/>
              <a:pathLst>
                <a:path w="6242" h="1440">
                  <a:moveTo>
                    <a:pt x="6091" y="1425"/>
                  </a:moveTo>
                  <a:lnTo>
                    <a:pt x="6227" y="1375"/>
                  </a:lnTo>
                  <a:lnTo>
                    <a:pt x="6091" y="1326"/>
                  </a:lnTo>
                  <a:lnTo>
                    <a:pt x="6091" y="1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92" name="path 1292"/>
            <p:cNvSpPr/>
            <p:nvPr/>
          </p:nvSpPr>
          <p:spPr>
            <a:xfrm>
              <a:off x="1608199" y="233499"/>
              <a:ext cx="3183739" cy="1713306"/>
            </a:xfrm>
            <a:custGeom>
              <a:avLst/>
              <a:gdLst/>
              <a:ahLst/>
              <a:cxnLst/>
              <a:rect l="0" t="0" r="0" b="0"/>
              <a:pathLst>
                <a:path w="5013" h="2698">
                  <a:moveTo>
                    <a:pt x="2481" y="15"/>
                  </a:moveTo>
                  <a:cubicBezTo>
                    <a:pt x="2481" y="573"/>
                    <a:pt x="3113" y="776"/>
                    <a:pt x="3744" y="1132"/>
                  </a:cubicBezTo>
                  <a:cubicBezTo>
                    <a:pt x="4060" y="1310"/>
                    <a:pt x="4376" y="1527"/>
                    <a:pt x="4613" y="1806"/>
                  </a:cubicBezTo>
                  <a:cubicBezTo>
                    <a:pt x="4731" y="1946"/>
                    <a:pt x="4830" y="2102"/>
                    <a:pt x="4899" y="2277"/>
                  </a:cubicBezTo>
                  <a:cubicBezTo>
                    <a:pt x="4934" y="2365"/>
                    <a:pt x="4961" y="2457"/>
                    <a:pt x="4979" y="2554"/>
                  </a:cubicBezTo>
                  <a:cubicBezTo>
                    <a:pt x="4984" y="2579"/>
                    <a:pt x="4988" y="2603"/>
                    <a:pt x="4992" y="2628"/>
                  </a:cubicBezTo>
                  <a:cubicBezTo>
                    <a:pt x="4993" y="2641"/>
                    <a:pt x="4995" y="2653"/>
                    <a:pt x="4996" y="2666"/>
                  </a:cubicBezTo>
                  <a:lnTo>
                    <a:pt x="4998" y="268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94" name="path 1294"/>
            <p:cNvSpPr/>
            <p:nvPr/>
          </p:nvSpPr>
          <p:spPr>
            <a:xfrm>
              <a:off x="1608199" y="672199"/>
              <a:ext cx="3215162" cy="1360939"/>
            </a:xfrm>
            <a:custGeom>
              <a:avLst/>
              <a:gdLst/>
              <a:ahLst/>
              <a:cxnLst/>
              <a:rect l="0" t="0" r="0" b="0"/>
              <a:pathLst>
                <a:path w="5063" h="2143">
                  <a:moveTo>
                    <a:pt x="4949" y="1994"/>
                  </a:moveTo>
                  <a:lnTo>
                    <a:pt x="5005" y="2128"/>
                  </a:lnTo>
                  <a:lnTo>
                    <a:pt x="5048" y="1989"/>
                  </a:lnTo>
                  <a:lnTo>
                    <a:pt x="4949" y="199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96" name="path 1296"/>
            <p:cNvSpPr/>
            <p:nvPr/>
          </p:nvSpPr>
          <p:spPr>
            <a:xfrm>
              <a:off x="1608199" y="233499"/>
              <a:ext cx="4737205" cy="824130"/>
            </a:xfrm>
            <a:custGeom>
              <a:avLst/>
              <a:gdLst/>
              <a:ahLst/>
              <a:cxnLst/>
              <a:rect l="0" t="0" r="0" b="0"/>
              <a:pathLst>
                <a:path w="7460" h="1297">
                  <a:moveTo>
                    <a:pt x="2481" y="15"/>
                  </a:moveTo>
                  <a:cubicBezTo>
                    <a:pt x="2481" y="371"/>
                    <a:pt x="3744" y="549"/>
                    <a:pt x="5008" y="727"/>
                  </a:cubicBezTo>
                  <a:cubicBezTo>
                    <a:pt x="5639" y="816"/>
                    <a:pt x="6271" y="904"/>
                    <a:pt x="6745" y="1016"/>
                  </a:cubicBezTo>
                  <a:cubicBezTo>
                    <a:pt x="6982" y="1071"/>
                    <a:pt x="7179" y="1133"/>
                    <a:pt x="7317" y="1202"/>
                  </a:cubicBezTo>
                  <a:cubicBezTo>
                    <a:pt x="7352" y="1219"/>
                    <a:pt x="7383" y="1237"/>
                    <a:pt x="7409" y="1256"/>
                  </a:cubicBezTo>
                  <a:cubicBezTo>
                    <a:pt x="7416" y="1260"/>
                    <a:pt x="7423" y="1265"/>
                    <a:pt x="7429" y="1270"/>
                  </a:cubicBezTo>
                  <a:cubicBezTo>
                    <a:pt x="7432" y="1272"/>
                    <a:pt x="7435" y="1274"/>
                    <a:pt x="7438" y="1277"/>
                  </a:cubicBezTo>
                  <a:cubicBezTo>
                    <a:pt x="7439" y="1278"/>
                    <a:pt x="7441" y="1279"/>
                    <a:pt x="7442" y="1280"/>
                  </a:cubicBezTo>
                  <a:lnTo>
                    <a:pt x="7445" y="128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98" name="path 1298"/>
            <p:cNvSpPr/>
            <p:nvPr/>
          </p:nvSpPr>
          <p:spPr>
            <a:xfrm>
              <a:off x="1608199" y="672199"/>
              <a:ext cx="4780256" cy="460399"/>
            </a:xfrm>
            <a:custGeom>
              <a:avLst/>
              <a:gdLst/>
              <a:ahLst/>
              <a:cxnLst/>
              <a:rect l="0" t="0" r="0" b="0"/>
              <a:pathLst>
                <a:path w="7527" h="725">
                  <a:moveTo>
                    <a:pt x="7402" y="616"/>
                  </a:moveTo>
                  <a:lnTo>
                    <a:pt x="7512" y="710"/>
                  </a:lnTo>
                  <a:lnTo>
                    <a:pt x="7488" y="567"/>
                  </a:lnTo>
                  <a:lnTo>
                    <a:pt x="7402" y="6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00" name="path 1300"/>
            <p:cNvSpPr/>
            <p:nvPr/>
          </p:nvSpPr>
          <p:spPr>
            <a:xfrm>
              <a:off x="0" y="0"/>
              <a:ext cx="1973249" cy="3091649"/>
            </a:xfrm>
            <a:custGeom>
              <a:avLst/>
              <a:gdLst/>
              <a:ahLst/>
              <a:cxnLst/>
              <a:rect l="0" t="0" r="0" b="0"/>
              <a:pathLst>
                <a:path w="3107" h="4868">
                  <a:moveTo>
                    <a:pt x="15" y="527"/>
                  </a:moveTo>
                  <a:lnTo>
                    <a:pt x="15" y="527"/>
                  </a:lnTo>
                  <a:cubicBezTo>
                    <a:pt x="15" y="244"/>
                    <a:pt x="244" y="15"/>
                    <a:pt x="527" y="15"/>
                  </a:cubicBezTo>
                  <a:lnTo>
                    <a:pt x="2579" y="15"/>
                  </a:lnTo>
                  <a:lnTo>
                    <a:pt x="2579" y="15"/>
                  </a:lnTo>
                  <a:cubicBezTo>
                    <a:pt x="2715" y="15"/>
                    <a:pt x="2846" y="69"/>
                    <a:pt x="2942" y="165"/>
                  </a:cubicBezTo>
                  <a:cubicBezTo>
                    <a:pt x="3038" y="261"/>
                    <a:pt x="3092" y="391"/>
                    <a:pt x="3092" y="527"/>
                  </a:cubicBezTo>
                  <a:lnTo>
                    <a:pt x="3092" y="4340"/>
                  </a:lnTo>
                  <a:cubicBezTo>
                    <a:pt x="3092" y="4624"/>
                    <a:pt x="2862" y="4853"/>
                    <a:pt x="2579" y="4853"/>
                  </a:cubicBezTo>
                  <a:lnTo>
                    <a:pt x="527" y="4853"/>
                  </a:lnTo>
                  <a:cubicBezTo>
                    <a:pt x="244" y="4853"/>
                    <a:pt x="15" y="4624"/>
                    <a:pt x="15" y="4340"/>
                  </a:cubicBezTo>
                  <a:lnTo>
                    <a:pt x="15" y="527"/>
                  </a:lnTo>
                  <a:close/>
                </a:path>
              </a:pathLst>
            </a:custGeom>
            <a:noFill/>
            <a:ln w="19050" cap="flat">
              <a:solidFill>
                <a:srgbClr val="0000FF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302" name="textbox 1302"/>
          <p:cNvSpPr/>
          <p:nvPr/>
        </p:nvSpPr>
        <p:spPr>
          <a:xfrm>
            <a:off x="396657" y="497887"/>
            <a:ext cx="5868034" cy="553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Ov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erview of</a:t>
            </a:r>
            <a:r>
              <a:rPr sz="2600" b="1" kern="0" spc="-1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DNN Train</a:t>
            </a: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 Procedur</a:t>
            </a: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1304" name="path 1304"/>
          <p:cNvSpPr/>
          <p:nvPr/>
        </p:nvSpPr>
        <p:spPr>
          <a:xfrm>
            <a:off x="2490474" y="1046324"/>
            <a:ext cx="2562425" cy="1232850"/>
          </a:xfrm>
          <a:custGeom>
            <a:avLst/>
            <a:gdLst/>
            <a:ahLst/>
            <a:cxnLst/>
            <a:rect l="0" t="0" r="0" b="0"/>
            <a:pathLst>
              <a:path w="4035" h="1941">
                <a:moveTo>
                  <a:pt x="942" y="333"/>
                </a:moveTo>
                <a:lnTo>
                  <a:pt x="942" y="333"/>
                </a:lnTo>
                <a:cubicBezTo>
                  <a:pt x="942" y="157"/>
                  <a:pt x="1085" y="15"/>
                  <a:pt x="1261" y="15"/>
                </a:cubicBezTo>
                <a:lnTo>
                  <a:pt x="3701" y="15"/>
                </a:lnTo>
                <a:cubicBezTo>
                  <a:pt x="3786" y="15"/>
                  <a:pt x="3867" y="48"/>
                  <a:pt x="3927" y="108"/>
                </a:cubicBezTo>
                <a:cubicBezTo>
                  <a:pt x="3986" y="168"/>
                  <a:pt x="4020" y="249"/>
                  <a:pt x="4020" y="333"/>
                </a:cubicBezTo>
                <a:lnTo>
                  <a:pt x="4020" y="1607"/>
                </a:lnTo>
                <a:cubicBezTo>
                  <a:pt x="4020" y="1783"/>
                  <a:pt x="3877" y="1926"/>
                  <a:pt x="3701" y="1926"/>
                </a:cubicBezTo>
                <a:lnTo>
                  <a:pt x="1261" y="1926"/>
                </a:lnTo>
                <a:cubicBezTo>
                  <a:pt x="1085" y="1926"/>
                  <a:pt x="942" y="1783"/>
                  <a:pt x="942" y="1607"/>
                </a:cubicBezTo>
                <a:lnTo>
                  <a:pt x="942" y="333"/>
                </a:lnTo>
                <a:close/>
              </a:path>
            </a:pathLst>
          </a:custGeom>
          <a:noFill/>
          <a:ln w="19050" cap="flat">
            <a:solidFill>
              <a:srgbClr val="0000FF"/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6" name="textbox 1306"/>
          <p:cNvSpPr/>
          <p:nvPr/>
        </p:nvSpPr>
        <p:spPr>
          <a:xfrm>
            <a:off x="5183668" y="1423437"/>
            <a:ext cx="2761614" cy="512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1914"/>
              </a:lnSpc>
              <a:tabLst/>
            </a:pPr>
            <a:r>
              <a:rPr sz="1400" b="1" kern="0" spc="-3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torch.uti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ls.data.Dataset</a:t>
            </a:r>
            <a:endParaRPr sz="14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ts val="1914"/>
              </a:lnSpc>
              <a:spcBef>
                <a:spcPts val="6"/>
              </a:spcBef>
              <a:tabLst/>
            </a:pP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orch.utils.data.Dat</a:t>
            </a: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aLoade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r</a:t>
            </a:r>
            <a:endParaRPr sz="14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308" name="rect 1308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10" name="textbox 1310"/>
          <p:cNvSpPr/>
          <p:nvPr/>
        </p:nvSpPr>
        <p:spPr>
          <a:xfrm>
            <a:off x="1304849" y="1251650"/>
            <a:ext cx="1136014" cy="478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1920"/>
              </a:lnSpc>
              <a:tabLst/>
            </a:pPr>
            <a:r>
              <a:rPr sz="1500" b="1" kern="0" spc="-9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torch.nn</a:t>
            </a:r>
            <a:endParaRPr sz="15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ct val="97000"/>
              </a:lnSpc>
              <a:spcBef>
                <a:spcPts val="16"/>
              </a:spcBef>
              <a:tabLst/>
            </a:pPr>
            <a:r>
              <a:rPr sz="1400" b="1" kern="0" spc="-6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torch.op</a:t>
            </a: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ti</a:t>
            </a:r>
            <a:r>
              <a:rPr sz="1400" b="1" kern="0" spc="3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m</a:t>
            </a:r>
            <a:endParaRPr sz="14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312" name="textbox 1312"/>
          <p:cNvSpPr/>
          <p:nvPr/>
        </p:nvSpPr>
        <p:spPr>
          <a:xfrm>
            <a:off x="1250789" y="2244406"/>
            <a:ext cx="1251585" cy="472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56" rIns="0" bIns="0"/>
          <a:lstStyle/>
          <a:p>
            <a:pPr marL="260350" indent="-248284" algn="l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Define</a:t>
            </a: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ral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314" name="textbox 1314"/>
          <p:cNvSpPr/>
          <p:nvPr/>
        </p:nvSpPr>
        <p:spPr>
          <a:xfrm>
            <a:off x="1238668" y="3274920"/>
            <a:ext cx="127508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Loss</a:t>
            </a: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Functio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316" name="textbox 1316"/>
          <p:cNvSpPr/>
          <p:nvPr/>
        </p:nvSpPr>
        <p:spPr>
          <a:xfrm>
            <a:off x="1431382" y="4176528"/>
            <a:ext cx="88773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Optimizer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318" name="textbox 1318"/>
          <p:cNvSpPr/>
          <p:nvPr/>
        </p:nvSpPr>
        <p:spPr>
          <a:xfrm>
            <a:off x="3578208" y="1573570"/>
            <a:ext cx="99123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Load</a:t>
            </a:r>
            <a:r>
              <a:rPr sz="16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320" name="textbox 1320"/>
          <p:cNvSpPr/>
          <p:nvPr/>
        </p:nvSpPr>
        <p:spPr>
          <a:xfrm>
            <a:off x="3695048" y="3274920"/>
            <a:ext cx="747394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Training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322" name="textbox 1322"/>
          <p:cNvSpPr/>
          <p:nvPr/>
        </p:nvSpPr>
        <p:spPr>
          <a:xfrm>
            <a:off x="5220201" y="4179170"/>
            <a:ext cx="90170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Validation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textbox 1324"/>
          <p:cNvSpPr/>
          <p:nvPr/>
        </p:nvSpPr>
        <p:spPr>
          <a:xfrm>
            <a:off x="1354906" y="1812697"/>
            <a:ext cx="3266440" cy="2502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6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class</a:t>
            </a:r>
            <a:r>
              <a:rPr sz="16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MyDataset(</a:t>
            </a:r>
            <a:r>
              <a:rPr sz="1600" b="1" kern="0" spc="-5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Dataset</a:t>
            </a:r>
            <a:r>
              <a:rPr sz="16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):</a:t>
            </a:r>
            <a:endParaRPr sz="1600" dirty="0">
              <a:latin typeface="MS Gothic"/>
              <a:ea typeface="MS Gothic"/>
              <a:cs typeface="MS Gothic"/>
            </a:endParaRPr>
          </a:p>
          <a:p>
            <a:pPr marL="315595" algn="l" rtl="0" eaLnBrk="0">
              <a:lnSpc>
                <a:spcPct val="95000"/>
              </a:lnSpc>
              <a:spcBef>
                <a:spcPts val="434"/>
              </a:spcBef>
              <a:tabLst/>
            </a:pPr>
            <a:r>
              <a:rPr sz="16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def</a:t>
            </a:r>
            <a:r>
              <a:rPr sz="16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u="sng" kern="0" spc="-2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MS Gothic"/>
                <a:ea typeface="MS Gothic"/>
                <a:cs typeface="MS Gothic"/>
              </a:rPr>
              <a:t>  </a:t>
            </a:r>
            <a:r>
              <a:rPr sz="1600" kern="0" spc="-7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init</a:t>
            </a:r>
            <a:r>
              <a:rPr sz="1600" kern="0" spc="-7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u="sng" kern="0" spc="79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MS Gothic"/>
                <a:ea typeface="MS Gothic"/>
                <a:cs typeface="MS Gothic"/>
              </a:rPr>
              <a:t> </a:t>
            </a:r>
            <a:r>
              <a:rPr sz="1600" kern="0" spc="-6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(self,</a:t>
            </a:r>
            <a:r>
              <a:rPr sz="16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file):</a:t>
            </a:r>
            <a:endParaRPr sz="1600" dirty="0">
              <a:latin typeface="MS Gothic"/>
              <a:ea typeface="MS Gothic"/>
              <a:cs typeface="MS Gothic"/>
            </a:endParaRPr>
          </a:p>
          <a:p>
            <a:pPr marL="727075" algn="l" rtl="0" eaLnBrk="0">
              <a:lnSpc>
                <a:spcPts val="1996"/>
              </a:lnSpc>
              <a:spcBef>
                <a:spcPts val="380"/>
              </a:spcBef>
              <a:tabLst/>
            </a:pPr>
            <a:r>
              <a:rPr sz="16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self.data</a:t>
            </a:r>
            <a:r>
              <a:rPr sz="16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600" kern="0" spc="2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...</a:t>
            </a:r>
            <a:endParaRPr sz="16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6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486"/>
              </a:spcBef>
              <a:tabLst/>
            </a:pPr>
            <a:r>
              <a:rPr sz="16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def</a:t>
            </a:r>
            <a:r>
              <a:rPr sz="16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u="sng" kern="0" spc="-6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MS Gothic"/>
                <a:ea typeface="MS Gothic"/>
                <a:cs typeface="MS Gothic"/>
              </a:rPr>
              <a:t>  </a:t>
            </a:r>
            <a:r>
              <a:rPr sz="1600" kern="0" spc="-7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b="1" kern="0" spc="-6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getitem</a:t>
            </a:r>
            <a:r>
              <a:rPr sz="1600" b="1" kern="0" spc="-95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1" u="sng" kern="0" spc="630" dirty="0">
                <a:solidFill>
                  <a:srgbClr val="FF000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 </a:t>
            </a:r>
            <a:r>
              <a:rPr sz="1600" b="1" kern="0" spc="-79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(self,</a:t>
            </a:r>
            <a:r>
              <a:rPr sz="1600" kern="0" spc="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index):</a:t>
            </a:r>
            <a:endParaRPr sz="1600" dirty="0">
              <a:latin typeface="MS Gothic"/>
              <a:ea typeface="MS Gothic"/>
              <a:cs typeface="MS Gothic"/>
            </a:endParaRPr>
          </a:p>
          <a:p>
            <a:pPr marL="735330" algn="l" rtl="0" eaLnBrk="0">
              <a:lnSpc>
                <a:spcPct val="96000"/>
              </a:lnSpc>
              <a:spcBef>
                <a:spcPts val="562"/>
              </a:spcBef>
              <a:tabLst/>
            </a:pPr>
            <a:r>
              <a:rPr sz="16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return</a:t>
            </a:r>
            <a:r>
              <a:rPr sz="16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self.data[index]</a:t>
            </a:r>
            <a:endParaRPr sz="16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7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5595" algn="l" rtl="0" eaLnBrk="0">
              <a:lnSpc>
                <a:spcPct val="96000"/>
              </a:lnSpc>
              <a:spcBef>
                <a:spcPts val="491"/>
              </a:spcBef>
              <a:tabLst/>
            </a:pPr>
            <a:r>
              <a:rPr sz="16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def</a:t>
            </a:r>
            <a:r>
              <a:rPr sz="16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u="sng" kern="0" spc="85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MS Gothic"/>
                <a:ea typeface="MS Gothic"/>
                <a:cs typeface="MS Gothic"/>
              </a:rPr>
              <a:t> </a:t>
            </a:r>
            <a:r>
              <a:rPr sz="1600" kern="0" spc="-7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b="1" kern="0" spc="-6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len</a:t>
            </a:r>
            <a:r>
              <a:rPr sz="1600" b="1" kern="0" spc="-95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1" u="sng" kern="0" spc="630" dirty="0">
                <a:solidFill>
                  <a:srgbClr val="FF0000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 </a:t>
            </a:r>
            <a:r>
              <a:rPr sz="1600" b="1" kern="0" spc="-79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(self):</a:t>
            </a:r>
            <a:endParaRPr sz="1600" dirty="0">
              <a:latin typeface="MS Gothic"/>
              <a:ea typeface="MS Gothic"/>
              <a:cs typeface="MS Gothic"/>
            </a:endParaRPr>
          </a:p>
          <a:p>
            <a:pPr marL="735330" algn="l" rtl="0" eaLnBrk="0">
              <a:lnSpc>
                <a:spcPct val="96000"/>
              </a:lnSpc>
              <a:spcBef>
                <a:spcPts val="365"/>
              </a:spcBef>
              <a:tabLst/>
            </a:pPr>
            <a:r>
              <a:rPr sz="16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return</a:t>
            </a:r>
            <a:r>
              <a:rPr sz="16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len(self.data)</a:t>
            </a:r>
            <a:endParaRPr sz="16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1326" name="textbox 1326"/>
          <p:cNvSpPr/>
          <p:nvPr/>
        </p:nvSpPr>
        <p:spPr>
          <a:xfrm>
            <a:off x="5357753" y="2205336"/>
            <a:ext cx="3239770" cy="2122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70"/>
              </a:lnSpc>
              <a:tabLst/>
            </a:pPr>
            <a:r>
              <a:rPr sz="18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Read</a:t>
            </a:r>
            <a:r>
              <a:rPr sz="1800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800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&amp;</a:t>
            </a:r>
            <a:r>
              <a:rPr sz="1800" kern="0" spc="1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preprocess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288000"/>
              </a:lnSpc>
              <a:spcBef>
                <a:spcPts val="5"/>
              </a:spcBef>
              <a:tabLst/>
            </a:pPr>
            <a:r>
              <a:rPr sz="1800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Returns one sample at a time</a:t>
            </a:r>
            <a:r>
              <a:rPr sz="1800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Returns the size of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dataset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328" name="textbox 1328"/>
          <p:cNvSpPr/>
          <p:nvPr/>
        </p:nvSpPr>
        <p:spPr>
          <a:xfrm>
            <a:off x="403241" y="497887"/>
            <a:ext cx="5843270" cy="1005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53"/>
              </a:lnSpc>
              <a:tabLst/>
            </a:pPr>
            <a:r>
              <a:rPr sz="27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Dataset</a:t>
            </a:r>
            <a:r>
              <a:rPr sz="2700" b="1" kern="0" spc="13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 Datal</a:t>
            </a:r>
            <a:r>
              <a:rPr sz="27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oader</a:t>
            </a:r>
            <a:endParaRPr sz="2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16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fr</a:t>
            </a:r>
            <a:r>
              <a:rPr sz="16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om</a:t>
            </a:r>
            <a:r>
              <a:rPr sz="16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torch.utils.</a:t>
            </a:r>
            <a:r>
              <a:rPr sz="16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</a:t>
            </a:r>
            <a:r>
              <a:rPr sz="16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import</a:t>
            </a:r>
            <a:r>
              <a:rPr sz="1600" kern="0" spc="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b="1" kern="0" spc="-7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Dataset</a:t>
            </a:r>
            <a:r>
              <a:rPr sz="16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600" kern="0" spc="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b="1" kern="0" spc="-7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DataLoade</a:t>
            </a:r>
            <a:r>
              <a:rPr sz="1600" b="1" kern="0" spc="-5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r</a:t>
            </a:r>
            <a:endParaRPr sz="16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330" name="rect 1330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32" name="path 1332"/>
          <p:cNvSpPr/>
          <p:nvPr/>
        </p:nvSpPr>
        <p:spPr>
          <a:xfrm>
            <a:off x="2490474" y="2490474"/>
            <a:ext cx="2611274" cy="1973497"/>
          </a:xfrm>
          <a:custGeom>
            <a:avLst/>
            <a:gdLst/>
            <a:ahLst/>
            <a:cxnLst/>
            <a:rect l="0" t="0" r="0" b="0"/>
            <a:pathLst>
              <a:path w="4112" h="3107">
                <a:moveTo>
                  <a:pt x="3797" y="2040"/>
                </a:moveTo>
                <a:lnTo>
                  <a:pt x="3797" y="2040"/>
                </a:lnTo>
                <a:cubicBezTo>
                  <a:pt x="3837" y="2040"/>
                  <a:pt x="3875" y="2056"/>
                  <a:pt x="3903" y="2084"/>
                </a:cubicBezTo>
                <a:cubicBezTo>
                  <a:pt x="3931" y="2112"/>
                  <a:pt x="3947" y="2150"/>
                  <a:pt x="3947" y="2190"/>
                </a:cubicBezTo>
                <a:lnTo>
                  <a:pt x="3947" y="2416"/>
                </a:lnTo>
                <a:cubicBezTo>
                  <a:pt x="3947" y="2499"/>
                  <a:pt x="4014" y="2566"/>
                  <a:pt x="4097" y="2566"/>
                </a:cubicBezTo>
                <a:lnTo>
                  <a:pt x="4097" y="2566"/>
                </a:lnTo>
                <a:cubicBezTo>
                  <a:pt x="4014" y="2566"/>
                  <a:pt x="3947" y="2633"/>
                  <a:pt x="3947" y="2716"/>
                </a:cubicBezTo>
                <a:lnTo>
                  <a:pt x="3947" y="2943"/>
                </a:lnTo>
                <a:cubicBezTo>
                  <a:pt x="3947" y="3025"/>
                  <a:pt x="3880" y="3092"/>
                  <a:pt x="3797" y="3092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100"/>
          <p:cNvGrpSpPr/>
          <p:nvPr/>
        </p:nvGrpSpPr>
        <p:grpSpPr>
          <a:xfrm rot="21600000">
            <a:off x="241074" y="2423199"/>
            <a:ext cx="5351250" cy="2422050"/>
            <a:chOff x="0" y="0"/>
            <a:chExt cx="5351250" cy="2422050"/>
          </a:xfrm>
        </p:grpSpPr>
        <p:sp>
          <p:nvSpPr>
            <p:cNvPr id="1334" name="path 1334"/>
            <p:cNvSpPr/>
            <p:nvPr/>
          </p:nvSpPr>
          <p:spPr>
            <a:xfrm>
              <a:off x="9525" y="9525"/>
              <a:ext cx="5332200" cy="2403000"/>
            </a:xfrm>
            <a:custGeom>
              <a:avLst/>
              <a:gdLst/>
              <a:ahLst/>
              <a:cxnLst/>
              <a:rect l="0" t="0" r="0" b="0"/>
              <a:pathLst>
                <a:path w="8397" h="3784">
                  <a:moveTo>
                    <a:pt x="0" y="630"/>
                  </a:moveTo>
                  <a:lnTo>
                    <a:pt x="0" y="630"/>
                  </a:lnTo>
                  <a:cubicBezTo>
                    <a:pt x="0" y="282"/>
                    <a:pt x="282" y="0"/>
                    <a:pt x="630" y="0"/>
                  </a:cubicBezTo>
                  <a:lnTo>
                    <a:pt x="7766" y="0"/>
                  </a:lnTo>
                  <a:cubicBezTo>
                    <a:pt x="7933" y="0"/>
                    <a:pt x="8094" y="66"/>
                    <a:pt x="8212" y="184"/>
                  </a:cubicBezTo>
                  <a:cubicBezTo>
                    <a:pt x="8330" y="303"/>
                    <a:pt x="8397" y="463"/>
                    <a:pt x="8397" y="630"/>
                  </a:cubicBezTo>
                  <a:lnTo>
                    <a:pt x="8397" y="3153"/>
                  </a:lnTo>
                  <a:cubicBezTo>
                    <a:pt x="8397" y="3501"/>
                    <a:pt x="8114" y="3784"/>
                    <a:pt x="7766" y="3784"/>
                  </a:cubicBezTo>
                  <a:lnTo>
                    <a:pt x="630" y="3784"/>
                  </a:lnTo>
                  <a:cubicBezTo>
                    <a:pt x="282" y="3784"/>
                    <a:pt x="0" y="3501"/>
                    <a:pt x="0" y="3153"/>
                  </a:cubicBezTo>
                  <a:lnTo>
                    <a:pt x="0" y="630"/>
                  </a:lnTo>
                  <a:close/>
                </a:path>
              </a:pathLst>
            </a:custGeom>
            <a:solidFill>
              <a:srgbClr val="CFE2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36" name="path 1336"/>
            <p:cNvSpPr/>
            <p:nvPr/>
          </p:nvSpPr>
          <p:spPr>
            <a:xfrm>
              <a:off x="0" y="0"/>
              <a:ext cx="5351250" cy="2422050"/>
            </a:xfrm>
            <a:custGeom>
              <a:avLst/>
              <a:gdLst/>
              <a:ahLst/>
              <a:cxnLst/>
              <a:rect l="0" t="0" r="0" b="0"/>
              <a:pathLst>
                <a:path w="8427" h="3814">
                  <a:moveTo>
                    <a:pt x="15" y="645"/>
                  </a:moveTo>
                  <a:lnTo>
                    <a:pt x="15" y="645"/>
                  </a:lnTo>
                  <a:cubicBezTo>
                    <a:pt x="15" y="297"/>
                    <a:pt x="297" y="15"/>
                    <a:pt x="645" y="15"/>
                  </a:cubicBezTo>
                  <a:lnTo>
                    <a:pt x="7781" y="15"/>
                  </a:lnTo>
                  <a:cubicBezTo>
                    <a:pt x="7948" y="15"/>
                    <a:pt x="8109" y="81"/>
                    <a:pt x="8227" y="199"/>
                  </a:cubicBezTo>
                  <a:cubicBezTo>
                    <a:pt x="8345" y="318"/>
                    <a:pt x="8412" y="478"/>
                    <a:pt x="8412" y="645"/>
                  </a:cubicBezTo>
                  <a:lnTo>
                    <a:pt x="8412" y="3168"/>
                  </a:lnTo>
                  <a:cubicBezTo>
                    <a:pt x="8412" y="3516"/>
                    <a:pt x="8129" y="3799"/>
                    <a:pt x="7781" y="3799"/>
                  </a:cubicBezTo>
                  <a:lnTo>
                    <a:pt x="645" y="3799"/>
                  </a:lnTo>
                  <a:cubicBezTo>
                    <a:pt x="297" y="3799"/>
                    <a:pt x="15" y="3516"/>
                    <a:pt x="15" y="3168"/>
                  </a:cubicBezTo>
                  <a:lnTo>
                    <a:pt x="15" y="645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2" name="group 102"/>
          <p:cNvGrpSpPr/>
          <p:nvPr/>
        </p:nvGrpSpPr>
        <p:grpSpPr>
          <a:xfrm rot="21600000">
            <a:off x="241074" y="2423199"/>
            <a:ext cx="5351250" cy="2422050"/>
            <a:chOff x="0" y="0"/>
            <a:chExt cx="5351250" cy="2422050"/>
          </a:xfrm>
        </p:grpSpPr>
        <p:sp>
          <p:nvSpPr>
            <p:cNvPr id="1338" name="textbox 1338"/>
            <p:cNvSpPr/>
            <p:nvPr/>
          </p:nvSpPr>
          <p:spPr>
            <a:xfrm>
              <a:off x="-12700" y="-12700"/>
              <a:ext cx="5377179" cy="24682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906270" algn="l" rtl="0" eaLnBrk="0">
                <a:lnSpc>
                  <a:spcPct val="93000"/>
                </a:lnSpc>
                <a:spcBef>
                  <a:spcPts val="2"/>
                </a:spcBef>
                <a:tabLst/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__getitem__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(0)</a:t>
              </a:r>
              <a:endParaRPr sz="1400" dirty="0">
                <a:latin typeface="MS Gothic"/>
                <a:ea typeface="MS Gothic"/>
                <a:cs typeface="MS Gothic"/>
              </a:endParaRPr>
            </a:p>
            <a:p>
              <a:pPr marL="1906270" algn="l" rtl="0" eaLnBrk="0">
                <a:lnSpc>
                  <a:spcPct val="93000"/>
                </a:lnSpc>
                <a:spcBef>
                  <a:spcPts val="1123"/>
                </a:spcBef>
                <a:tabLst/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__getitem__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(1)</a:t>
              </a:r>
              <a:endParaRPr sz="1400" dirty="0">
                <a:latin typeface="MS Gothic"/>
                <a:ea typeface="MS Gothic"/>
                <a:cs typeface="MS Gothic"/>
              </a:endParaRPr>
            </a:p>
            <a:p>
              <a:pPr marL="1906270" algn="l" rtl="0" eaLnBrk="0">
                <a:lnSpc>
                  <a:spcPct val="93000"/>
                </a:lnSpc>
                <a:spcBef>
                  <a:spcPts val="1123"/>
                </a:spcBef>
                <a:tabLst/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__getitem__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(2)</a:t>
              </a:r>
              <a:endParaRPr sz="1400" dirty="0">
                <a:latin typeface="MS Gothic"/>
                <a:ea typeface="MS Gothic"/>
                <a:cs typeface="MS Gothic"/>
              </a:endParaRPr>
            </a:p>
            <a:p>
              <a:pPr marL="1906270" algn="l" rtl="0" eaLnBrk="0">
                <a:lnSpc>
                  <a:spcPct val="93000"/>
                </a:lnSpc>
                <a:spcBef>
                  <a:spcPts val="1123"/>
                </a:spcBef>
                <a:tabLst/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__getitem__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(3)</a:t>
              </a:r>
              <a:endParaRPr sz="1400" dirty="0">
                <a:latin typeface="MS Gothic"/>
                <a:ea typeface="MS Gothic"/>
                <a:cs typeface="MS Gothic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906270" algn="l" rtl="0" eaLnBrk="0">
                <a:lnSpc>
                  <a:spcPct val="93000"/>
                </a:lnSpc>
                <a:tabLst/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__getitem__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(4)</a:t>
              </a:r>
              <a:endParaRPr sz="1400" dirty="0">
                <a:latin typeface="MS Gothic"/>
                <a:ea typeface="MS Gothic"/>
                <a:cs typeface="MS Gothic"/>
              </a:endParaRPr>
            </a:p>
          </p:txBody>
        </p:sp>
      </p:grpSp>
      <p:sp>
        <p:nvSpPr>
          <p:cNvPr id="1340" name="textbox 1340"/>
          <p:cNvSpPr/>
          <p:nvPr/>
        </p:nvSpPr>
        <p:spPr>
          <a:xfrm>
            <a:off x="390414" y="497887"/>
            <a:ext cx="3197225" cy="1119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Dataset</a:t>
            </a:r>
            <a:r>
              <a:rPr sz="2600" b="1" kern="0" spc="17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 Da</a:t>
            </a:r>
            <a:r>
              <a:rPr sz="26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taloade</a:t>
            </a:r>
            <a:r>
              <a:rPr sz="2600" b="1" kern="0" spc="3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4"/>
              </a:spcBef>
              <a:tabLst/>
            </a:pPr>
            <a:r>
              <a:rPr sz="16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dataset</a:t>
            </a:r>
            <a:r>
              <a:rPr sz="16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6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MyDa</a:t>
            </a:r>
            <a:r>
              <a:rPr sz="16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taset(file)</a:t>
            </a:r>
            <a:endParaRPr sz="1600" dirty="0">
              <a:latin typeface="MS Gothic"/>
              <a:ea typeface="MS Gothic"/>
              <a:cs typeface="MS Gothic"/>
            </a:endParaRPr>
          </a:p>
        </p:txBody>
      </p:sp>
      <p:grpSp>
        <p:nvGrpSpPr>
          <p:cNvPr id="104" name="group 104"/>
          <p:cNvGrpSpPr/>
          <p:nvPr/>
        </p:nvGrpSpPr>
        <p:grpSpPr>
          <a:xfrm rot="21600000">
            <a:off x="481988" y="2995756"/>
            <a:ext cx="1128510" cy="1604268"/>
            <a:chOff x="0" y="0"/>
            <a:chExt cx="1128510" cy="1604268"/>
          </a:xfrm>
        </p:grpSpPr>
        <p:grpSp>
          <p:nvGrpSpPr>
            <p:cNvPr id="106" name="group 106"/>
            <p:cNvGrpSpPr/>
            <p:nvPr/>
          </p:nvGrpSpPr>
          <p:grpSpPr>
            <a:xfrm rot="21600000">
              <a:off x="-12539" y="-505281"/>
              <a:ext cx="1141049" cy="2109550"/>
              <a:chOff x="0" y="0"/>
              <a:chExt cx="1141049" cy="2109550"/>
            </a:xfrm>
          </p:grpSpPr>
          <p:sp>
            <p:nvSpPr>
              <p:cNvPr id="1342" name="path 1342"/>
              <p:cNvSpPr/>
              <p:nvPr/>
            </p:nvSpPr>
            <p:spPr>
              <a:xfrm>
                <a:off x="9525" y="521425"/>
                <a:ext cx="1121999" cy="1578599"/>
              </a:xfrm>
              <a:custGeom>
                <a:avLst/>
                <a:gdLst/>
                <a:ahLst/>
                <a:cxnLst/>
                <a:rect l="0" t="0" r="0" b="0"/>
                <a:pathLst>
                  <a:path w="1766" h="2485">
                    <a:moveTo>
                      <a:pt x="0" y="294"/>
                    </a:moveTo>
                    <a:lnTo>
                      <a:pt x="0" y="294"/>
                    </a:lnTo>
                    <a:cubicBezTo>
                      <a:pt x="0" y="131"/>
                      <a:pt x="131" y="0"/>
                      <a:pt x="294" y="0"/>
                    </a:cubicBezTo>
                    <a:lnTo>
                      <a:pt x="1472" y="0"/>
                    </a:lnTo>
                    <a:lnTo>
                      <a:pt x="1472" y="0"/>
                    </a:lnTo>
                    <a:cubicBezTo>
                      <a:pt x="1550" y="0"/>
                      <a:pt x="1625" y="31"/>
                      <a:pt x="1680" y="86"/>
                    </a:cubicBezTo>
                    <a:cubicBezTo>
                      <a:pt x="1735" y="141"/>
                      <a:pt x="1766" y="216"/>
                      <a:pt x="1766" y="294"/>
                    </a:cubicBezTo>
                    <a:lnTo>
                      <a:pt x="1766" y="2191"/>
                    </a:lnTo>
                    <a:cubicBezTo>
                      <a:pt x="1766" y="2354"/>
                      <a:pt x="1635" y="2485"/>
                      <a:pt x="1472" y="2485"/>
                    </a:cubicBezTo>
                    <a:lnTo>
                      <a:pt x="294" y="2485"/>
                    </a:lnTo>
                    <a:cubicBezTo>
                      <a:pt x="131" y="2485"/>
                      <a:pt x="0" y="2354"/>
                      <a:pt x="0" y="2191"/>
                    </a:cubicBezTo>
                    <a:lnTo>
                      <a:pt x="0" y="294"/>
                    </a:lnTo>
                    <a:close/>
                  </a:path>
                </a:pathLst>
              </a:custGeom>
              <a:solidFill>
                <a:srgbClr val="D9EAD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4" name="path 1344"/>
              <p:cNvSpPr/>
              <p:nvPr/>
            </p:nvSpPr>
            <p:spPr>
              <a:xfrm>
                <a:off x="0" y="0"/>
                <a:ext cx="1141049" cy="2109550"/>
              </a:xfrm>
              <a:custGeom>
                <a:avLst/>
                <a:gdLst/>
                <a:ahLst/>
                <a:cxnLst/>
                <a:rect l="0" t="0" r="0" b="0"/>
                <a:pathLst>
                  <a:path w="1796" h="3322">
                    <a:moveTo>
                      <a:pt x="15" y="1115"/>
                    </a:moveTo>
                    <a:lnTo>
                      <a:pt x="15" y="1115"/>
                    </a:lnTo>
                    <a:cubicBezTo>
                      <a:pt x="15" y="952"/>
                      <a:pt x="146" y="821"/>
                      <a:pt x="309" y="821"/>
                    </a:cubicBezTo>
                    <a:lnTo>
                      <a:pt x="1487" y="821"/>
                    </a:lnTo>
                    <a:lnTo>
                      <a:pt x="1487" y="821"/>
                    </a:lnTo>
                    <a:cubicBezTo>
                      <a:pt x="1565" y="821"/>
                      <a:pt x="1640" y="852"/>
                      <a:pt x="1695" y="907"/>
                    </a:cubicBezTo>
                    <a:cubicBezTo>
                      <a:pt x="1750" y="962"/>
                      <a:pt x="1781" y="1037"/>
                      <a:pt x="1781" y="1115"/>
                    </a:cubicBezTo>
                    <a:lnTo>
                      <a:pt x="1781" y="3012"/>
                    </a:lnTo>
                    <a:cubicBezTo>
                      <a:pt x="1781" y="3175"/>
                      <a:pt x="1650" y="3307"/>
                      <a:pt x="1487" y="3307"/>
                    </a:cubicBezTo>
                    <a:lnTo>
                      <a:pt x="309" y="3307"/>
                    </a:lnTo>
                    <a:cubicBezTo>
                      <a:pt x="146" y="3307"/>
                      <a:pt x="15" y="3175"/>
                      <a:pt x="15" y="3012"/>
                    </a:cubicBezTo>
                    <a:lnTo>
                      <a:pt x="15" y="1115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46" name="textbox 1346"/>
            <p:cNvSpPr/>
            <p:nvPr/>
          </p:nvSpPr>
          <p:spPr>
            <a:xfrm>
              <a:off x="-12700" y="-12700"/>
              <a:ext cx="1154430" cy="1676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26059" algn="l" rtl="0" eaLnBrk="0">
                <a:lnSpc>
                  <a:spcPct val="80000"/>
                </a:lnSpc>
                <a:spcBef>
                  <a:spcPts val="3"/>
                </a:spcBef>
                <a:tabLst/>
              </a:pPr>
              <a:r>
                <a:rPr sz="16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Dataset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</p:grpSp>
      <p:graphicFrame>
        <p:nvGraphicFramePr>
          <p:cNvPr id="1348" name="table 1348"/>
          <p:cNvGraphicFramePr>
            <a:graphicFrameLocks noGrp="1"/>
          </p:cNvGraphicFramePr>
          <p:nvPr/>
        </p:nvGraphicFramePr>
        <p:xfrm>
          <a:off x="6187649" y="3208925"/>
          <a:ext cx="1256664" cy="1184275"/>
        </p:xfrm>
        <a:graphic>
          <a:graphicData uri="http://schemas.openxmlformats.org/drawingml/2006/table">
            <a:tbl>
              <a:tblPr/>
              <a:tblGrid>
                <a:gridCol w="1256664"/>
              </a:tblGrid>
              <a:tr h="2425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A7D6"/>
                    </a:solidFill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7CC3"/>
                    </a:solidFill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1C75"/>
                    </a:solidFill>
                  </a:tcPr>
                </a:tc>
              </a:tr>
            </a:tbl>
          </a:graphicData>
        </a:graphic>
      </p:graphicFrame>
      <p:sp>
        <p:nvSpPr>
          <p:cNvPr id="1350" name="textbox 1350"/>
          <p:cNvSpPr/>
          <p:nvPr/>
        </p:nvSpPr>
        <p:spPr>
          <a:xfrm>
            <a:off x="392853" y="1926394"/>
            <a:ext cx="5909309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dataloader</a:t>
            </a:r>
            <a:r>
              <a:rPr sz="16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6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b="1" kern="0" spc="-7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DataLoader</a:t>
            </a:r>
            <a:r>
              <a:rPr sz="16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</a:t>
            </a:r>
            <a:r>
              <a:rPr sz="1600" b="1" kern="0" spc="-7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datas</a:t>
            </a:r>
            <a:r>
              <a:rPr sz="1600" b="1" kern="0" spc="-8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et</a:t>
            </a:r>
            <a:r>
              <a:rPr sz="16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6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batch_size,</a:t>
            </a:r>
            <a:r>
              <a:rPr sz="1600" kern="0" spc="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b="1" kern="0" spc="-8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shuffle</a:t>
            </a:r>
            <a:r>
              <a:rPr sz="1600" kern="0" spc="-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=True)</a:t>
            </a:r>
            <a:endParaRPr sz="16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1352" name="rect 1352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54" name="textbox 1354"/>
          <p:cNvSpPr/>
          <p:nvPr/>
        </p:nvSpPr>
        <p:spPr>
          <a:xfrm>
            <a:off x="4901871" y="964012"/>
            <a:ext cx="1344930" cy="475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4000"/>
              </a:lnSpc>
              <a:tabLst/>
            </a:pPr>
            <a:r>
              <a:rPr sz="1600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Training: True</a:t>
            </a:r>
            <a:endParaRPr sz="1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50"/>
              </a:spcBef>
              <a:tabLst/>
            </a:pPr>
            <a:r>
              <a:rPr sz="1600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Testing:</a:t>
            </a:r>
            <a:r>
              <a:rPr sz="1600" kern="0" spc="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-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</a:t>
            </a:r>
            <a:r>
              <a:rPr sz="1600" kern="0" spc="-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lse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356" name="path 1356"/>
          <p:cNvSpPr/>
          <p:nvPr/>
        </p:nvSpPr>
        <p:spPr>
          <a:xfrm>
            <a:off x="1823608" y="2490474"/>
            <a:ext cx="83684" cy="764663"/>
          </a:xfrm>
          <a:custGeom>
            <a:avLst/>
            <a:gdLst/>
            <a:ahLst/>
            <a:cxnLst/>
            <a:rect l="0" t="0" r="0" b="0"/>
            <a:pathLst>
              <a:path w="131" h="1204">
                <a:moveTo>
                  <a:pt x="105" y="1189"/>
                </a:moveTo>
                <a:moveTo>
                  <a:pt x="105" y="1189"/>
                </a:moveTo>
                <a:lnTo>
                  <a:pt x="116" y="1044"/>
                </a:lnTo>
                <a:lnTo>
                  <a:pt x="15" y="1147"/>
                </a:lnTo>
                <a:lnTo>
                  <a:pt x="105" y="1189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08" name="group 108"/>
          <p:cNvGrpSpPr/>
          <p:nvPr/>
        </p:nvGrpSpPr>
        <p:grpSpPr>
          <a:xfrm rot="21600000">
            <a:off x="1592275" y="2490474"/>
            <a:ext cx="315280" cy="1986315"/>
            <a:chOff x="0" y="0"/>
            <a:chExt cx="315280" cy="1986315"/>
          </a:xfrm>
        </p:grpSpPr>
        <p:sp>
          <p:nvSpPr>
            <p:cNvPr id="1358" name="path 1358"/>
            <p:cNvSpPr/>
            <p:nvPr/>
          </p:nvSpPr>
          <p:spPr>
            <a:xfrm>
              <a:off x="40" y="738053"/>
              <a:ext cx="278076" cy="576641"/>
            </a:xfrm>
            <a:custGeom>
              <a:avLst/>
              <a:gdLst/>
              <a:ahLst/>
              <a:cxnLst/>
              <a:rect l="0" t="0" r="0" b="0"/>
              <a:pathLst>
                <a:path w="437" h="908">
                  <a:moveTo>
                    <a:pt x="13" y="901"/>
                  </a:moveTo>
                  <a:lnTo>
                    <a:pt x="424" y="6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60" name="path 1360"/>
            <p:cNvSpPr/>
            <p:nvPr/>
          </p:nvSpPr>
          <p:spPr>
            <a:xfrm>
              <a:off x="234078" y="656748"/>
              <a:ext cx="80906" cy="107048"/>
            </a:xfrm>
            <a:custGeom>
              <a:avLst/>
              <a:gdLst/>
              <a:ahLst/>
              <a:cxnLst/>
              <a:rect l="0" t="0" r="0" b="0"/>
              <a:pathLst>
                <a:path w="127" h="168">
                  <a:moveTo>
                    <a:pt x="100" y="154"/>
                  </a:moveTo>
                  <a:lnTo>
                    <a:pt x="112" y="10"/>
                  </a:lnTo>
                  <a:lnTo>
                    <a:pt x="10" y="113"/>
                  </a:lnTo>
                  <a:lnTo>
                    <a:pt x="100" y="15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62" name="path 1362"/>
            <p:cNvSpPr/>
            <p:nvPr/>
          </p:nvSpPr>
          <p:spPr>
            <a:xfrm>
              <a:off x="1722" y="1056161"/>
              <a:ext cx="244537" cy="261048"/>
            </a:xfrm>
            <a:custGeom>
              <a:avLst/>
              <a:gdLst/>
              <a:ahLst/>
              <a:cxnLst/>
              <a:rect l="0" t="0" r="0" b="0"/>
              <a:pathLst>
                <a:path w="385" h="411">
                  <a:moveTo>
                    <a:pt x="10" y="400"/>
                  </a:moveTo>
                  <a:lnTo>
                    <a:pt x="374" y="1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64" name="path 1364"/>
            <p:cNvSpPr/>
            <p:nvPr/>
          </p:nvSpPr>
          <p:spPr>
            <a:xfrm>
              <a:off x="206710" y="0"/>
              <a:ext cx="100953" cy="1093592"/>
            </a:xfrm>
            <a:custGeom>
              <a:avLst/>
              <a:gdLst/>
              <a:ahLst/>
              <a:cxnLst/>
              <a:rect l="0" t="0" r="0" b="0"/>
              <a:pathLst>
                <a:path w="158" h="1722">
                  <a:moveTo>
                    <a:pt x="87" y="1707"/>
                  </a:moveTo>
                  <a:lnTo>
                    <a:pt x="143" y="1573"/>
                  </a:lnTo>
                  <a:lnTo>
                    <a:pt x="15" y="1639"/>
                  </a:lnTo>
                  <a:lnTo>
                    <a:pt x="87" y="170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66" name="path 1366"/>
            <p:cNvSpPr/>
            <p:nvPr/>
          </p:nvSpPr>
          <p:spPr>
            <a:xfrm>
              <a:off x="8411" y="1301204"/>
              <a:ext cx="194726" cy="24896"/>
            </a:xfrm>
            <a:custGeom>
              <a:avLst/>
              <a:gdLst/>
              <a:ahLst/>
              <a:cxnLst/>
              <a:rect l="0" t="0" r="0" b="0"/>
              <a:pathLst>
                <a:path w="306" h="39">
                  <a:moveTo>
                    <a:pt x="0" y="14"/>
                  </a:moveTo>
                  <a:lnTo>
                    <a:pt x="306" y="2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68" name="path 1368"/>
            <p:cNvSpPr/>
            <p:nvPr/>
          </p:nvSpPr>
          <p:spPr>
            <a:xfrm>
              <a:off x="192377" y="0"/>
              <a:ext cx="106409" cy="1357555"/>
            </a:xfrm>
            <a:custGeom>
              <a:avLst/>
              <a:gdLst/>
              <a:ahLst/>
              <a:cxnLst/>
              <a:rect l="0" t="0" r="0" b="0"/>
              <a:pathLst>
                <a:path w="167" h="2137">
                  <a:moveTo>
                    <a:pt x="15" y="2122"/>
                  </a:moveTo>
                  <a:lnTo>
                    <a:pt x="152" y="2077"/>
                  </a:lnTo>
                  <a:lnTo>
                    <a:pt x="17" y="2023"/>
                  </a:lnTo>
                  <a:lnTo>
                    <a:pt x="15" y="212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70" name="path 1370"/>
            <p:cNvSpPr/>
            <p:nvPr/>
          </p:nvSpPr>
          <p:spPr>
            <a:xfrm>
              <a:off x="1548" y="1304432"/>
              <a:ext cx="247183" cy="277185"/>
            </a:xfrm>
            <a:custGeom>
              <a:avLst/>
              <a:gdLst/>
              <a:ahLst/>
              <a:cxnLst/>
              <a:rect l="0" t="0" r="0" b="0"/>
              <a:pathLst>
                <a:path w="389" h="436">
                  <a:moveTo>
                    <a:pt x="11" y="9"/>
                  </a:moveTo>
                  <a:lnTo>
                    <a:pt x="378" y="426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72" name="path 1372"/>
            <p:cNvSpPr/>
            <p:nvPr/>
          </p:nvSpPr>
          <p:spPr>
            <a:xfrm>
              <a:off x="208437" y="0"/>
              <a:ext cx="99786" cy="1649744"/>
            </a:xfrm>
            <a:custGeom>
              <a:avLst/>
              <a:gdLst/>
              <a:ahLst/>
              <a:cxnLst/>
              <a:rect l="0" t="0" r="0" b="0"/>
              <a:pathLst>
                <a:path w="157" h="2598">
                  <a:moveTo>
                    <a:pt x="15" y="2513"/>
                  </a:moveTo>
                  <a:lnTo>
                    <a:pt x="142" y="2583"/>
                  </a:lnTo>
                  <a:lnTo>
                    <a:pt x="89" y="2448"/>
                  </a:lnTo>
                  <a:lnTo>
                    <a:pt x="15" y="25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74" name="path 1374"/>
            <p:cNvSpPr/>
            <p:nvPr/>
          </p:nvSpPr>
          <p:spPr>
            <a:xfrm>
              <a:off x="0" y="1306845"/>
              <a:ext cx="279242" cy="594870"/>
            </a:xfrm>
            <a:custGeom>
              <a:avLst/>
              <a:gdLst/>
              <a:ahLst/>
              <a:cxnLst/>
              <a:rect l="0" t="0" r="0" b="0"/>
              <a:pathLst>
                <a:path w="439" h="936">
                  <a:moveTo>
                    <a:pt x="13" y="6"/>
                  </a:moveTo>
                  <a:lnTo>
                    <a:pt x="426" y="93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76" name="path 1376"/>
            <p:cNvSpPr/>
            <p:nvPr/>
          </p:nvSpPr>
          <p:spPr>
            <a:xfrm>
              <a:off x="232280" y="0"/>
              <a:ext cx="82999" cy="1986315"/>
            </a:xfrm>
            <a:custGeom>
              <a:avLst/>
              <a:gdLst/>
              <a:ahLst/>
              <a:cxnLst/>
              <a:rect l="0" t="0" r="0" b="0"/>
              <a:pathLst>
                <a:path w="130" h="3128">
                  <a:moveTo>
                    <a:pt x="15" y="3008"/>
                  </a:moveTo>
                  <a:lnTo>
                    <a:pt x="115" y="3113"/>
                  </a:lnTo>
                  <a:lnTo>
                    <a:pt x="105" y="2968"/>
                  </a:lnTo>
                  <a:lnTo>
                    <a:pt x="15" y="30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10" name="group 110"/>
          <p:cNvGrpSpPr/>
          <p:nvPr/>
        </p:nvGrpSpPr>
        <p:grpSpPr>
          <a:xfrm rot="21600000">
            <a:off x="3601599" y="3088033"/>
            <a:ext cx="283808" cy="1445031"/>
            <a:chOff x="0" y="0"/>
            <a:chExt cx="283808" cy="1445031"/>
          </a:xfrm>
        </p:grpSpPr>
        <p:sp>
          <p:nvSpPr>
            <p:cNvPr id="1378" name="path 1378"/>
            <p:cNvSpPr/>
            <p:nvPr/>
          </p:nvSpPr>
          <p:spPr>
            <a:xfrm>
              <a:off x="0" y="30891"/>
              <a:ext cx="194100" cy="19050"/>
            </a:xfrm>
            <a:custGeom>
              <a:avLst/>
              <a:gdLst/>
              <a:ahLst/>
              <a:cxnLst/>
              <a:rect l="0" t="0" r="0" b="0"/>
              <a:pathLst>
                <a:path w="305" h="30">
                  <a:moveTo>
                    <a:pt x="0" y="15"/>
                  </a:moveTo>
                  <a:lnTo>
                    <a:pt x="305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0" name="path 1380"/>
            <p:cNvSpPr/>
            <p:nvPr/>
          </p:nvSpPr>
          <p:spPr>
            <a:xfrm>
              <a:off x="184575" y="0"/>
              <a:ext cx="99233" cy="80832"/>
            </a:xfrm>
            <a:custGeom>
              <a:avLst/>
              <a:gdLst/>
              <a:ahLst/>
              <a:cxnLst/>
              <a:rect l="0" t="0" r="0" b="0"/>
              <a:pathLst>
                <a:path w="156" h="127">
                  <a:moveTo>
                    <a:pt x="15" y="113"/>
                  </a:moveTo>
                  <a:lnTo>
                    <a:pt x="151" y="63"/>
                  </a:lnTo>
                  <a:lnTo>
                    <a:pt x="15" y="14"/>
                  </a:lnTo>
                  <a:lnTo>
                    <a:pt x="15" y="1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2" name="path 1382"/>
            <p:cNvSpPr/>
            <p:nvPr/>
          </p:nvSpPr>
          <p:spPr>
            <a:xfrm>
              <a:off x="0" y="371941"/>
              <a:ext cx="194100" cy="19050"/>
            </a:xfrm>
            <a:custGeom>
              <a:avLst/>
              <a:gdLst/>
              <a:ahLst/>
              <a:cxnLst/>
              <a:rect l="0" t="0" r="0" b="0"/>
              <a:pathLst>
                <a:path w="305" h="30">
                  <a:moveTo>
                    <a:pt x="0" y="15"/>
                  </a:moveTo>
                  <a:lnTo>
                    <a:pt x="305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4" name="path 1384"/>
            <p:cNvSpPr/>
            <p:nvPr/>
          </p:nvSpPr>
          <p:spPr>
            <a:xfrm>
              <a:off x="184575" y="341050"/>
              <a:ext cx="99233" cy="80831"/>
            </a:xfrm>
            <a:custGeom>
              <a:avLst/>
              <a:gdLst/>
              <a:ahLst/>
              <a:cxnLst/>
              <a:rect l="0" t="0" r="0" b="0"/>
              <a:pathLst>
                <a:path w="156" h="127">
                  <a:moveTo>
                    <a:pt x="15" y="113"/>
                  </a:moveTo>
                  <a:lnTo>
                    <a:pt x="151" y="63"/>
                  </a:lnTo>
                  <a:lnTo>
                    <a:pt x="15" y="14"/>
                  </a:lnTo>
                  <a:lnTo>
                    <a:pt x="15" y="1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6" name="path 1386"/>
            <p:cNvSpPr/>
            <p:nvPr/>
          </p:nvSpPr>
          <p:spPr>
            <a:xfrm>
              <a:off x="0" y="712991"/>
              <a:ext cx="194100" cy="19050"/>
            </a:xfrm>
            <a:custGeom>
              <a:avLst/>
              <a:gdLst/>
              <a:ahLst/>
              <a:cxnLst/>
              <a:rect l="0" t="0" r="0" b="0"/>
              <a:pathLst>
                <a:path w="305" h="30">
                  <a:moveTo>
                    <a:pt x="0" y="15"/>
                  </a:moveTo>
                  <a:lnTo>
                    <a:pt x="305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8" name="path 1388"/>
            <p:cNvSpPr/>
            <p:nvPr/>
          </p:nvSpPr>
          <p:spPr>
            <a:xfrm>
              <a:off x="184575" y="682100"/>
              <a:ext cx="99233" cy="80831"/>
            </a:xfrm>
            <a:custGeom>
              <a:avLst/>
              <a:gdLst/>
              <a:ahLst/>
              <a:cxnLst/>
              <a:rect l="0" t="0" r="0" b="0"/>
              <a:pathLst>
                <a:path w="156" h="127">
                  <a:moveTo>
                    <a:pt x="15" y="113"/>
                  </a:moveTo>
                  <a:lnTo>
                    <a:pt x="151" y="63"/>
                  </a:lnTo>
                  <a:lnTo>
                    <a:pt x="15" y="14"/>
                  </a:lnTo>
                  <a:lnTo>
                    <a:pt x="15" y="1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90" name="path 1390"/>
            <p:cNvSpPr/>
            <p:nvPr/>
          </p:nvSpPr>
          <p:spPr>
            <a:xfrm>
              <a:off x="0" y="1054041"/>
              <a:ext cx="194100" cy="19050"/>
            </a:xfrm>
            <a:custGeom>
              <a:avLst/>
              <a:gdLst/>
              <a:ahLst/>
              <a:cxnLst/>
              <a:rect l="0" t="0" r="0" b="0"/>
              <a:pathLst>
                <a:path w="305" h="30">
                  <a:moveTo>
                    <a:pt x="0" y="15"/>
                  </a:moveTo>
                  <a:lnTo>
                    <a:pt x="305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92" name="path 1392"/>
            <p:cNvSpPr/>
            <p:nvPr/>
          </p:nvSpPr>
          <p:spPr>
            <a:xfrm>
              <a:off x="184575" y="1023150"/>
              <a:ext cx="99233" cy="80831"/>
            </a:xfrm>
            <a:custGeom>
              <a:avLst/>
              <a:gdLst/>
              <a:ahLst/>
              <a:cxnLst/>
              <a:rect l="0" t="0" r="0" b="0"/>
              <a:pathLst>
                <a:path w="156" h="127">
                  <a:moveTo>
                    <a:pt x="15" y="113"/>
                  </a:moveTo>
                  <a:lnTo>
                    <a:pt x="151" y="63"/>
                  </a:lnTo>
                  <a:lnTo>
                    <a:pt x="15" y="14"/>
                  </a:lnTo>
                  <a:lnTo>
                    <a:pt x="15" y="1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94" name="path 1394"/>
            <p:cNvSpPr/>
            <p:nvPr/>
          </p:nvSpPr>
          <p:spPr>
            <a:xfrm>
              <a:off x="0" y="1395091"/>
              <a:ext cx="194100" cy="19050"/>
            </a:xfrm>
            <a:custGeom>
              <a:avLst/>
              <a:gdLst/>
              <a:ahLst/>
              <a:cxnLst/>
              <a:rect l="0" t="0" r="0" b="0"/>
              <a:pathLst>
                <a:path w="305" h="30">
                  <a:moveTo>
                    <a:pt x="0" y="15"/>
                  </a:moveTo>
                  <a:lnTo>
                    <a:pt x="305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96" name="path 1396"/>
            <p:cNvSpPr/>
            <p:nvPr/>
          </p:nvSpPr>
          <p:spPr>
            <a:xfrm>
              <a:off x="184575" y="1364200"/>
              <a:ext cx="99233" cy="80831"/>
            </a:xfrm>
            <a:custGeom>
              <a:avLst/>
              <a:gdLst/>
              <a:ahLst/>
              <a:cxnLst/>
              <a:rect l="0" t="0" r="0" b="0"/>
              <a:pathLst>
                <a:path w="156" h="127">
                  <a:moveTo>
                    <a:pt x="15" y="113"/>
                  </a:moveTo>
                  <a:lnTo>
                    <a:pt x="151" y="63"/>
                  </a:lnTo>
                  <a:lnTo>
                    <a:pt x="15" y="14"/>
                  </a:lnTo>
                  <a:lnTo>
                    <a:pt x="15" y="1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398" name="table 1398"/>
          <p:cNvGraphicFramePr>
            <a:graphicFrameLocks noGrp="1"/>
          </p:cNvGraphicFramePr>
          <p:nvPr/>
        </p:nvGraphicFramePr>
        <p:xfrm>
          <a:off x="3900399" y="3343424"/>
          <a:ext cx="1256665" cy="252094"/>
        </p:xfrm>
        <a:graphic>
          <a:graphicData uri="http://schemas.openxmlformats.org/drawingml/2006/table">
            <a:tbl>
              <a:tblPr>
                <a:solidFill>
                  <a:srgbClr val="B4A7D6"/>
                </a:solidFill>
              </a:tblPr>
              <a:tblGrid>
                <a:gridCol w="1256665"/>
              </a:tblGrid>
              <a:tr h="2330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900" algn="l" rtl="0" eaLnBrk="0">
                        <a:lnSpc>
                          <a:spcPct val="7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1</a:t>
                      </a:r>
                      <a:endParaRPr sz="14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0" name="table 1400"/>
          <p:cNvGraphicFramePr>
            <a:graphicFrameLocks noGrp="1"/>
          </p:cNvGraphicFramePr>
          <p:nvPr/>
        </p:nvGraphicFramePr>
        <p:xfrm>
          <a:off x="3900399" y="3684475"/>
          <a:ext cx="1256665" cy="252094"/>
        </p:xfrm>
        <a:graphic>
          <a:graphicData uri="http://schemas.openxmlformats.org/drawingml/2006/table">
            <a:tbl>
              <a:tblPr>
                <a:solidFill>
                  <a:srgbClr val="8E7CC3"/>
                </a:solidFill>
              </a:tblPr>
              <a:tblGrid>
                <a:gridCol w="1256665"/>
              </a:tblGrid>
              <a:tr h="2330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3725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2</a:t>
                      </a:r>
                      <a:endParaRPr sz="14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7C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2" name="table 1402"/>
          <p:cNvGraphicFramePr>
            <a:graphicFrameLocks noGrp="1"/>
          </p:cNvGraphicFramePr>
          <p:nvPr/>
        </p:nvGraphicFramePr>
        <p:xfrm>
          <a:off x="3900399" y="4366574"/>
          <a:ext cx="1256665" cy="252094"/>
        </p:xfrm>
        <a:graphic>
          <a:graphicData uri="http://schemas.openxmlformats.org/drawingml/2006/table">
            <a:tbl>
              <a:tblPr>
                <a:solidFill>
                  <a:srgbClr val="351C75"/>
                </a:solidFill>
              </a:tblPr>
              <a:tblGrid>
                <a:gridCol w="1256665"/>
              </a:tblGrid>
              <a:tr h="2330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9915" algn="l" rtl="0" eaLnBrk="0">
                        <a:lnSpc>
                          <a:spcPct val="7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4</a:t>
                      </a:r>
                      <a:endParaRPr sz="14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1C7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4" name="table 1404"/>
          <p:cNvGraphicFramePr>
            <a:graphicFrameLocks noGrp="1"/>
          </p:cNvGraphicFramePr>
          <p:nvPr/>
        </p:nvGraphicFramePr>
        <p:xfrm>
          <a:off x="3900399" y="3002375"/>
          <a:ext cx="1256665" cy="252095"/>
        </p:xfrm>
        <a:graphic>
          <a:graphicData uri="http://schemas.openxmlformats.org/drawingml/2006/table">
            <a:tbl>
              <a:tblPr>
                <a:solidFill>
                  <a:srgbClr val="D9D2E9"/>
                </a:solidFill>
              </a:tblPr>
              <a:tblGrid>
                <a:gridCol w="1256665"/>
              </a:tblGrid>
              <a:tr h="233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819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0</a:t>
                      </a:r>
                      <a:endParaRPr sz="14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6" name="table 1406"/>
          <p:cNvGraphicFramePr>
            <a:graphicFrameLocks noGrp="1"/>
          </p:cNvGraphicFramePr>
          <p:nvPr/>
        </p:nvGraphicFramePr>
        <p:xfrm>
          <a:off x="3900399" y="4025524"/>
          <a:ext cx="1256665" cy="252094"/>
        </p:xfrm>
        <a:graphic>
          <a:graphicData uri="http://schemas.openxmlformats.org/drawingml/2006/table">
            <a:tbl>
              <a:tblPr>
                <a:solidFill>
                  <a:srgbClr val="674EA7"/>
                </a:solidFill>
              </a:tblPr>
              <a:tblGrid>
                <a:gridCol w="1256665"/>
              </a:tblGrid>
              <a:tr h="2330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4359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3</a:t>
                      </a:r>
                      <a:endParaRPr sz="14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</a:tr>
            </a:tbl>
          </a:graphicData>
        </a:graphic>
      </p:graphicFrame>
      <p:sp>
        <p:nvSpPr>
          <p:cNvPr id="1408" name="textbox 1408"/>
          <p:cNvSpPr/>
          <p:nvPr/>
        </p:nvSpPr>
        <p:spPr>
          <a:xfrm>
            <a:off x="6314660" y="4439296"/>
            <a:ext cx="1019810" cy="293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07"/>
              </a:lnSpc>
              <a:tabLst/>
            </a:pP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mini-batch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410" name="path 1410"/>
          <p:cNvSpPr/>
          <p:nvPr/>
        </p:nvSpPr>
        <p:spPr>
          <a:xfrm>
            <a:off x="2490474" y="2490474"/>
            <a:ext cx="5346324" cy="1903000"/>
          </a:xfrm>
          <a:custGeom>
            <a:avLst/>
            <a:gdLst/>
            <a:ahLst/>
            <a:cxnLst/>
            <a:rect l="0" t="0" r="0" b="0"/>
            <a:pathLst>
              <a:path w="8419" h="2996">
                <a:moveTo>
                  <a:pt x="8123" y="1146"/>
                </a:moveTo>
                <a:lnTo>
                  <a:pt x="8123" y="1146"/>
                </a:lnTo>
                <a:cubicBezTo>
                  <a:pt x="8160" y="1146"/>
                  <a:pt x="8196" y="1161"/>
                  <a:pt x="8222" y="1187"/>
                </a:cubicBezTo>
                <a:cubicBezTo>
                  <a:pt x="8249" y="1213"/>
                  <a:pt x="8263" y="1249"/>
                  <a:pt x="8263" y="1286"/>
                </a:cubicBezTo>
                <a:lnTo>
                  <a:pt x="8263" y="1923"/>
                </a:lnTo>
                <a:cubicBezTo>
                  <a:pt x="8263" y="2001"/>
                  <a:pt x="8326" y="2064"/>
                  <a:pt x="8404" y="2064"/>
                </a:cubicBezTo>
                <a:lnTo>
                  <a:pt x="8404" y="2064"/>
                </a:lnTo>
                <a:cubicBezTo>
                  <a:pt x="8326" y="2064"/>
                  <a:pt x="8263" y="2127"/>
                  <a:pt x="8263" y="2204"/>
                </a:cubicBezTo>
                <a:lnTo>
                  <a:pt x="8263" y="2841"/>
                </a:lnTo>
                <a:cubicBezTo>
                  <a:pt x="8263" y="2918"/>
                  <a:pt x="8200" y="2981"/>
                  <a:pt x="8123" y="2981"/>
                </a:cubicBez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2" name="textbox 1412"/>
          <p:cNvSpPr/>
          <p:nvPr/>
        </p:nvSpPr>
        <p:spPr>
          <a:xfrm>
            <a:off x="7979474" y="3685091"/>
            <a:ext cx="1027430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batch_size</a:t>
            </a:r>
            <a:endParaRPr sz="16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1414" name="textbox 1414"/>
          <p:cNvSpPr/>
          <p:nvPr/>
        </p:nvSpPr>
        <p:spPr>
          <a:xfrm>
            <a:off x="2369763" y="2661459"/>
            <a:ext cx="1113789" cy="23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DataLoader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grpSp>
        <p:nvGrpSpPr>
          <p:cNvPr id="112" name="group 112"/>
          <p:cNvGrpSpPr/>
          <p:nvPr/>
        </p:nvGrpSpPr>
        <p:grpSpPr>
          <a:xfrm rot="21600000">
            <a:off x="5533359" y="1524399"/>
            <a:ext cx="80831" cy="297908"/>
            <a:chOff x="0" y="0"/>
            <a:chExt cx="80831" cy="297908"/>
          </a:xfrm>
        </p:grpSpPr>
        <p:sp>
          <p:nvSpPr>
            <p:cNvPr id="1416" name="path 1416"/>
            <p:cNvSpPr/>
            <p:nvPr/>
          </p:nvSpPr>
          <p:spPr>
            <a:xfrm>
              <a:off x="30890" y="0"/>
              <a:ext cx="19050" cy="208200"/>
            </a:xfrm>
            <a:custGeom>
              <a:avLst/>
              <a:gdLst/>
              <a:ahLst/>
              <a:cxnLst/>
              <a:rect l="0" t="0" r="0" b="0"/>
              <a:pathLst>
                <a:path w="30" h="327">
                  <a:moveTo>
                    <a:pt x="15" y="0"/>
                  </a:moveTo>
                  <a:lnTo>
                    <a:pt x="15" y="327"/>
                  </a:lnTo>
                </a:path>
              </a:pathLst>
            </a:custGeom>
            <a:noFill/>
            <a:ln w="19050" cap="flat">
              <a:solidFill>
                <a:srgbClr val="FF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18" name="path 1418"/>
            <p:cNvSpPr/>
            <p:nvPr/>
          </p:nvSpPr>
          <p:spPr>
            <a:xfrm>
              <a:off x="0" y="198675"/>
              <a:ext cx="80831" cy="99233"/>
            </a:xfrm>
            <a:custGeom>
              <a:avLst/>
              <a:gdLst/>
              <a:ahLst/>
              <a:cxnLst/>
              <a:rect l="0" t="0" r="0" b="0"/>
              <a:pathLst>
                <a:path w="127" h="156">
                  <a:moveTo>
                    <a:pt x="14" y="15"/>
                  </a:moveTo>
                  <a:lnTo>
                    <a:pt x="63" y="151"/>
                  </a:lnTo>
                  <a:lnTo>
                    <a:pt x="113" y="15"/>
                  </a:lnTo>
                  <a:lnTo>
                    <a:pt x="14" y="15"/>
                  </a:lnTo>
                </a:path>
              </a:pathLst>
            </a:custGeom>
            <a:noFill/>
            <a:ln w="19050" cap="flat">
              <a:solidFill>
                <a:srgbClr val="FF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20" name="path 1420"/>
          <p:cNvSpPr/>
          <p:nvPr/>
        </p:nvSpPr>
        <p:spPr>
          <a:xfrm>
            <a:off x="2490474" y="1723075"/>
            <a:ext cx="3124290" cy="105500"/>
          </a:xfrm>
          <a:custGeom>
            <a:avLst/>
            <a:gdLst/>
            <a:ahLst/>
            <a:cxnLst/>
            <a:rect l="0" t="0" r="0" b="0"/>
            <a:pathLst>
              <a:path w="4920" h="166">
                <a:moveTo>
                  <a:pt x="4806" y="15"/>
                </a:moveTo>
                <a:moveTo>
                  <a:pt x="4806" y="15"/>
                </a:moveTo>
                <a:lnTo>
                  <a:pt x="4855" y="151"/>
                </a:lnTo>
                <a:lnTo>
                  <a:pt x="4905" y="15"/>
                </a:lnTo>
                <a:lnTo>
                  <a:pt x="4806" y="15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114"/>
          <p:cNvGrpSpPr/>
          <p:nvPr/>
        </p:nvGrpSpPr>
        <p:grpSpPr>
          <a:xfrm rot="21600000">
            <a:off x="2490474" y="2490474"/>
            <a:ext cx="2387525" cy="1281700"/>
            <a:chOff x="0" y="0"/>
            <a:chExt cx="2387525" cy="1281700"/>
          </a:xfrm>
        </p:grpSpPr>
        <p:sp>
          <p:nvSpPr>
            <p:cNvPr id="1422" name="path 1422"/>
            <p:cNvSpPr/>
            <p:nvPr/>
          </p:nvSpPr>
          <p:spPr>
            <a:xfrm>
              <a:off x="773599" y="47507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24" name="path 1424"/>
            <p:cNvSpPr/>
            <p:nvPr/>
          </p:nvSpPr>
          <p:spPr>
            <a:xfrm>
              <a:off x="0" y="0"/>
              <a:ext cx="2387525" cy="1281700"/>
            </a:xfrm>
            <a:custGeom>
              <a:avLst/>
              <a:gdLst/>
              <a:ahLst/>
              <a:cxnLst/>
              <a:rect l="0" t="0" r="0" b="0"/>
              <a:pathLst>
                <a:path w="3759" h="2018">
                  <a:moveTo>
                    <a:pt x="1218" y="957"/>
                  </a:moveTo>
                  <a:lnTo>
                    <a:pt x="1218" y="957"/>
                  </a:lnTo>
                  <a:cubicBezTo>
                    <a:pt x="1218" y="841"/>
                    <a:pt x="1311" y="748"/>
                    <a:pt x="1427" y="748"/>
                  </a:cubicBezTo>
                  <a:lnTo>
                    <a:pt x="3535" y="748"/>
                  </a:lnTo>
                  <a:cubicBezTo>
                    <a:pt x="3591" y="748"/>
                    <a:pt x="3644" y="770"/>
                    <a:pt x="3683" y="809"/>
                  </a:cubicBezTo>
                  <a:cubicBezTo>
                    <a:pt x="3722" y="848"/>
                    <a:pt x="3744" y="901"/>
                    <a:pt x="3744" y="957"/>
                  </a:cubicBezTo>
                  <a:lnTo>
                    <a:pt x="3744" y="1794"/>
                  </a:lnTo>
                  <a:cubicBezTo>
                    <a:pt x="3744" y="1909"/>
                    <a:pt x="3651" y="2003"/>
                    <a:pt x="3535" y="2003"/>
                  </a:cubicBezTo>
                  <a:lnTo>
                    <a:pt x="1427" y="2003"/>
                  </a:lnTo>
                  <a:cubicBezTo>
                    <a:pt x="1311" y="2003"/>
                    <a:pt x="1218" y="1909"/>
                    <a:pt x="1218" y="1794"/>
                  </a:cubicBezTo>
                  <a:lnTo>
                    <a:pt x="1218" y="957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16" name="group 116"/>
          <p:cNvGrpSpPr/>
          <p:nvPr/>
        </p:nvGrpSpPr>
        <p:grpSpPr>
          <a:xfrm rot="21600000">
            <a:off x="4025858" y="2061299"/>
            <a:ext cx="80831" cy="879608"/>
            <a:chOff x="0" y="0"/>
            <a:chExt cx="80831" cy="879608"/>
          </a:xfrm>
        </p:grpSpPr>
        <p:sp>
          <p:nvSpPr>
            <p:cNvPr id="1426" name="path 1426"/>
            <p:cNvSpPr/>
            <p:nvPr/>
          </p:nvSpPr>
          <p:spPr>
            <a:xfrm>
              <a:off x="30891" y="0"/>
              <a:ext cx="19050" cy="789900"/>
            </a:xfrm>
            <a:custGeom>
              <a:avLst/>
              <a:gdLst/>
              <a:ahLst/>
              <a:cxnLst/>
              <a:rect l="0" t="0" r="0" b="0"/>
              <a:pathLst>
                <a:path w="30" h="1243">
                  <a:moveTo>
                    <a:pt x="15" y="0"/>
                  </a:moveTo>
                  <a:lnTo>
                    <a:pt x="15" y="124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28" name="path 1428"/>
            <p:cNvSpPr/>
            <p:nvPr/>
          </p:nvSpPr>
          <p:spPr>
            <a:xfrm>
              <a:off x="0" y="780375"/>
              <a:ext cx="80831" cy="99233"/>
            </a:xfrm>
            <a:custGeom>
              <a:avLst/>
              <a:gdLst/>
              <a:ahLst/>
              <a:cxnLst/>
              <a:rect l="0" t="0" r="0" b="0"/>
              <a:pathLst>
                <a:path w="127" h="156">
                  <a:moveTo>
                    <a:pt x="14" y="15"/>
                  </a:moveTo>
                  <a:lnTo>
                    <a:pt x="63" y="151"/>
                  </a:lnTo>
                  <a:lnTo>
                    <a:pt x="113" y="15"/>
                  </a:lnTo>
                  <a:lnTo>
                    <a:pt x="14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18" name="group 118"/>
          <p:cNvGrpSpPr/>
          <p:nvPr/>
        </p:nvGrpSpPr>
        <p:grpSpPr>
          <a:xfrm rot="21600000">
            <a:off x="2490474" y="2490474"/>
            <a:ext cx="3991925" cy="2185950"/>
            <a:chOff x="0" y="0"/>
            <a:chExt cx="3991925" cy="2185950"/>
          </a:xfrm>
        </p:grpSpPr>
        <p:sp>
          <p:nvSpPr>
            <p:cNvPr id="1430" name="path 1430"/>
            <p:cNvSpPr/>
            <p:nvPr/>
          </p:nvSpPr>
          <p:spPr>
            <a:xfrm>
              <a:off x="0" y="0"/>
              <a:ext cx="1616790" cy="456700"/>
            </a:xfrm>
            <a:custGeom>
              <a:avLst/>
              <a:gdLst/>
              <a:ahLst/>
              <a:cxnLst/>
              <a:rect l="0" t="0" r="0" b="0"/>
              <a:pathLst>
                <a:path w="2546" h="719">
                  <a:moveTo>
                    <a:pt x="2432" y="568"/>
                  </a:moveTo>
                  <a:moveTo>
                    <a:pt x="2432" y="568"/>
                  </a:moveTo>
                  <a:lnTo>
                    <a:pt x="2481" y="704"/>
                  </a:lnTo>
                  <a:lnTo>
                    <a:pt x="2531" y="568"/>
                  </a:lnTo>
                  <a:lnTo>
                    <a:pt x="2432" y="56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32" name="path 1432"/>
            <p:cNvSpPr/>
            <p:nvPr/>
          </p:nvSpPr>
          <p:spPr>
            <a:xfrm>
              <a:off x="2378000" y="137932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34" name="path 1434"/>
            <p:cNvSpPr/>
            <p:nvPr/>
          </p:nvSpPr>
          <p:spPr>
            <a:xfrm>
              <a:off x="0" y="0"/>
              <a:ext cx="3991925" cy="2185950"/>
            </a:xfrm>
            <a:custGeom>
              <a:avLst/>
              <a:gdLst/>
              <a:ahLst/>
              <a:cxnLst/>
              <a:rect l="0" t="0" r="0" b="0"/>
              <a:pathLst>
                <a:path w="6286" h="3442">
                  <a:moveTo>
                    <a:pt x="3744" y="2381"/>
                  </a:moveTo>
                  <a:lnTo>
                    <a:pt x="3744" y="2381"/>
                  </a:lnTo>
                  <a:cubicBezTo>
                    <a:pt x="3744" y="2265"/>
                    <a:pt x="3838" y="2172"/>
                    <a:pt x="3954" y="2172"/>
                  </a:cubicBezTo>
                  <a:lnTo>
                    <a:pt x="6062" y="2172"/>
                  </a:lnTo>
                  <a:cubicBezTo>
                    <a:pt x="6117" y="2172"/>
                    <a:pt x="6170" y="2194"/>
                    <a:pt x="6210" y="2233"/>
                  </a:cubicBezTo>
                  <a:cubicBezTo>
                    <a:pt x="6249" y="2272"/>
                    <a:pt x="6271" y="2325"/>
                    <a:pt x="6271" y="2381"/>
                  </a:cubicBezTo>
                  <a:lnTo>
                    <a:pt x="6271" y="3218"/>
                  </a:lnTo>
                  <a:cubicBezTo>
                    <a:pt x="6271" y="3333"/>
                    <a:pt x="6177" y="3427"/>
                    <a:pt x="6062" y="3427"/>
                  </a:cubicBezTo>
                  <a:lnTo>
                    <a:pt x="3954" y="3427"/>
                  </a:lnTo>
                  <a:cubicBezTo>
                    <a:pt x="3838" y="3427"/>
                    <a:pt x="3744" y="3333"/>
                    <a:pt x="3744" y="3218"/>
                  </a:cubicBezTo>
                  <a:lnTo>
                    <a:pt x="3744" y="2381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0" name="group 120"/>
          <p:cNvGrpSpPr/>
          <p:nvPr/>
        </p:nvGrpSpPr>
        <p:grpSpPr>
          <a:xfrm rot="21600000">
            <a:off x="1047650" y="2042249"/>
            <a:ext cx="1642499" cy="835199"/>
            <a:chOff x="0" y="0"/>
            <a:chExt cx="1642499" cy="835199"/>
          </a:xfrm>
        </p:grpSpPr>
        <p:sp>
          <p:nvSpPr>
            <p:cNvPr id="1436" name="path 1436"/>
            <p:cNvSpPr/>
            <p:nvPr/>
          </p:nvSpPr>
          <p:spPr>
            <a:xfrm>
              <a:off x="19050" y="19050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38" name="path 1438"/>
            <p:cNvSpPr/>
            <p:nvPr/>
          </p:nvSpPr>
          <p:spPr>
            <a:xfrm>
              <a:off x="0" y="0"/>
              <a:ext cx="1642499" cy="835199"/>
            </a:xfrm>
            <a:custGeom>
              <a:avLst/>
              <a:gdLst/>
              <a:ahLst/>
              <a:cxnLst/>
              <a:rect l="0" t="0" r="0" b="0"/>
              <a:pathLst>
                <a:path w="2586" h="1315">
                  <a:moveTo>
                    <a:pt x="30" y="239"/>
                  </a:moveTo>
                  <a:lnTo>
                    <a:pt x="30" y="239"/>
                  </a:lnTo>
                  <a:cubicBezTo>
                    <a:pt x="30" y="123"/>
                    <a:pt x="123" y="30"/>
                    <a:pt x="239" y="30"/>
                  </a:cubicBezTo>
                  <a:lnTo>
                    <a:pt x="2347" y="30"/>
                  </a:lnTo>
                  <a:cubicBezTo>
                    <a:pt x="2402" y="30"/>
                    <a:pt x="2456" y="52"/>
                    <a:pt x="2495" y="91"/>
                  </a:cubicBezTo>
                  <a:cubicBezTo>
                    <a:pt x="2534" y="130"/>
                    <a:pt x="2556" y="183"/>
                    <a:pt x="2556" y="239"/>
                  </a:cubicBezTo>
                  <a:lnTo>
                    <a:pt x="2556" y="1076"/>
                  </a:lnTo>
                  <a:cubicBezTo>
                    <a:pt x="2556" y="1191"/>
                    <a:pt x="2462" y="1285"/>
                    <a:pt x="2347" y="1285"/>
                  </a:cubicBezTo>
                  <a:lnTo>
                    <a:pt x="239" y="1285"/>
                  </a:lnTo>
                  <a:cubicBezTo>
                    <a:pt x="123" y="1285"/>
                    <a:pt x="30" y="1191"/>
                    <a:pt x="30" y="1076"/>
                  </a:cubicBezTo>
                  <a:lnTo>
                    <a:pt x="30" y="239"/>
                  </a:lnTo>
                  <a:close/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2" name="group 122"/>
          <p:cNvGrpSpPr/>
          <p:nvPr/>
        </p:nvGrpSpPr>
        <p:grpSpPr>
          <a:xfrm rot="21600000">
            <a:off x="1057175" y="2490474"/>
            <a:ext cx="1623449" cy="2185950"/>
            <a:chOff x="0" y="0"/>
            <a:chExt cx="1623449" cy="2185950"/>
          </a:xfrm>
        </p:grpSpPr>
        <p:sp>
          <p:nvSpPr>
            <p:cNvPr id="1440" name="path 1440"/>
            <p:cNvSpPr/>
            <p:nvPr/>
          </p:nvSpPr>
          <p:spPr>
            <a:xfrm>
              <a:off x="9525" y="137932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42" name="path 1442"/>
            <p:cNvSpPr/>
            <p:nvPr/>
          </p:nvSpPr>
          <p:spPr>
            <a:xfrm>
              <a:off x="0" y="0"/>
              <a:ext cx="1623449" cy="2185950"/>
            </a:xfrm>
            <a:custGeom>
              <a:avLst/>
              <a:gdLst/>
              <a:ahLst/>
              <a:cxnLst/>
              <a:rect l="0" t="0" r="0" b="0"/>
              <a:pathLst>
                <a:path w="2556" h="3442">
                  <a:moveTo>
                    <a:pt x="15" y="2381"/>
                  </a:moveTo>
                  <a:lnTo>
                    <a:pt x="15" y="2381"/>
                  </a:lnTo>
                  <a:cubicBezTo>
                    <a:pt x="15" y="2265"/>
                    <a:pt x="108" y="2172"/>
                    <a:pt x="224" y="2172"/>
                  </a:cubicBezTo>
                  <a:lnTo>
                    <a:pt x="2332" y="2172"/>
                  </a:lnTo>
                  <a:cubicBezTo>
                    <a:pt x="2387" y="2172"/>
                    <a:pt x="2441" y="2194"/>
                    <a:pt x="2480" y="2233"/>
                  </a:cubicBezTo>
                  <a:cubicBezTo>
                    <a:pt x="2519" y="2272"/>
                    <a:pt x="2541" y="2325"/>
                    <a:pt x="2541" y="2381"/>
                  </a:cubicBezTo>
                  <a:lnTo>
                    <a:pt x="2541" y="3218"/>
                  </a:lnTo>
                  <a:cubicBezTo>
                    <a:pt x="2541" y="3333"/>
                    <a:pt x="2447" y="3427"/>
                    <a:pt x="2332" y="3427"/>
                  </a:cubicBezTo>
                  <a:lnTo>
                    <a:pt x="224" y="3427"/>
                  </a:lnTo>
                  <a:cubicBezTo>
                    <a:pt x="108" y="3427"/>
                    <a:pt x="15" y="3333"/>
                    <a:pt x="15" y="3218"/>
                  </a:cubicBezTo>
                  <a:lnTo>
                    <a:pt x="15" y="2381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4" name="group 124"/>
          <p:cNvGrpSpPr/>
          <p:nvPr/>
        </p:nvGrpSpPr>
        <p:grpSpPr>
          <a:xfrm rot="21600000">
            <a:off x="1057175" y="2490474"/>
            <a:ext cx="1623449" cy="1281700"/>
            <a:chOff x="0" y="0"/>
            <a:chExt cx="1623449" cy="1281700"/>
          </a:xfrm>
        </p:grpSpPr>
        <p:sp>
          <p:nvSpPr>
            <p:cNvPr id="1444" name="path 1444"/>
            <p:cNvSpPr/>
            <p:nvPr/>
          </p:nvSpPr>
          <p:spPr>
            <a:xfrm>
              <a:off x="9525" y="47507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46" name="path 1446"/>
            <p:cNvSpPr/>
            <p:nvPr/>
          </p:nvSpPr>
          <p:spPr>
            <a:xfrm>
              <a:off x="0" y="0"/>
              <a:ext cx="1623449" cy="1281700"/>
            </a:xfrm>
            <a:custGeom>
              <a:avLst/>
              <a:gdLst/>
              <a:ahLst/>
              <a:cxnLst/>
              <a:rect l="0" t="0" r="0" b="0"/>
              <a:pathLst>
                <a:path w="2556" h="2018">
                  <a:moveTo>
                    <a:pt x="15" y="957"/>
                  </a:moveTo>
                  <a:lnTo>
                    <a:pt x="15" y="957"/>
                  </a:lnTo>
                  <a:cubicBezTo>
                    <a:pt x="15" y="841"/>
                    <a:pt x="108" y="748"/>
                    <a:pt x="224" y="748"/>
                  </a:cubicBezTo>
                  <a:lnTo>
                    <a:pt x="2332" y="748"/>
                  </a:lnTo>
                  <a:cubicBezTo>
                    <a:pt x="2387" y="748"/>
                    <a:pt x="2441" y="770"/>
                    <a:pt x="2480" y="809"/>
                  </a:cubicBezTo>
                  <a:cubicBezTo>
                    <a:pt x="2519" y="848"/>
                    <a:pt x="2541" y="901"/>
                    <a:pt x="2541" y="957"/>
                  </a:cubicBezTo>
                  <a:lnTo>
                    <a:pt x="2541" y="1794"/>
                  </a:lnTo>
                  <a:cubicBezTo>
                    <a:pt x="2541" y="1909"/>
                    <a:pt x="2447" y="2003"/>
                    <a:pt x="2332" y="2003"/>
                  </a:cubicBezTo>
                  <a:lnTo>
                    <a:pt x="224" y="2003"/>
                  </a:lnTo>
                  <a:cubicBezTo>
                    <a:pt x="108" y="2003"/>
                    <a:pt x="15" y="1909"/>
                    <a:pt x="15" y="1794"/>
                  </a:cubicBezTo>
                  <a:lnTo>
                    <a:pt x="15" y="957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6" name="group 126"/>
          <p:cNvGrpSpPr/>
          <p:nvPr/>
        </p:nvGrpSpPr>
        <p:grpSpPr>
          <a:xfrm rot="21600000">
            <a:off x="4051354" y="2946832"/>
            <a:ext cx="4035445" cy="1331042"/>
            <a:chOff x="0" y="0"/>
            <a:chExt cx="4035445" cy="1331042"/>
          </a:xfrm>
        </p:grpSpPr>
        <p:grpSp>
          <p:nvGrpSpPr>
            <p:cNvPr id="128" name="group 128"/>
            <p:cNvGrpSpPr/>
            <p:nvPr/>
          </p:nvGrpSpPr>
          <p:grpSpPr>
            <a:xfrm rot="21600000">
              <a:off x="-1560879" y="-456357"/>
              <a:ext cx="5596325" cy="1787400"/>
              <a:chOff x="0" y="0"/>
              <a:chExt cx="5596325" cy="1787400"/>
            </a:xfrm>
          </p:grpSpPr>
          <p:sp>
            <p:nvSpPr>
              <p:cNvPr id="1448" name="path 1448"/>
              <p:cNvSpPr/>
              <p:nvPr/>
            </p:nvSpPr>
            <p:spPr>
              <a:xfrm>
                <a:off x="0" y="0"/>
                <a:ext cx="3164644" cy="1277435"/>
              </a:xfrm>
              <a:custGeom>
                <a:avLst/>
                <a:gdLst/>
                <a:ahLst/>
                <a:cxnLst/>
                <a:rect l="0" t="0" r="0" b="0"/>
                <a:pathLst>
                  <a:path w="4983" h="2011">
                    <a:moveTo>
                      <a:pt x="3744" y="1375"/>
                    </a:moveTo>
                    <a:cubicBezTo>
                      <a:pt x="4060" y="1375"/>
                      <a:pt x="4376" y="1475"/>
                      <a:pt x="4613" y="1624"/>
                    </a:cubicBezTo>
                    <a:cubicBezTo>
                      <a:pt x="4731" y="1699"/>
                      <a:pt x="4830" y="1786"/>
                      <a:pt x="4899" y="1879"/>
                    </a:cubicBezTo>
                    <a:cubicBezTo>
                      <a:pt x="4916" y="1903"/>
                      <a:pt x="4932" y="1926"/>
                      <a:pt x="4945" y="1950"/>
                    </a:cubicBezTo>
                    <a:cubicBezTo>
                      <a:pt x="4952" y="1962"/>
                      <a:pt x="4958" y="1975"/>
                      <a:pt x="4964" y="1987"/>
                    </a:cubicBezTo>
                    <a:cubicBezTo>
                      <a:pt x="4965" y="1990"/>
                      <a:pt x="4967" y="1993"/>
                      <a:pt x="4968" y="1996"/>
                    </a:cubicBezTo>
                    <a:lnTo>
                      <a:pt x="4968" y="1996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0" name="path 1450"/>
              <p:cNvSpPr/>
              <p:nvPr/>
            </p:nvSpPr>
            <p:spPr>
              <a:xfrm>
                <a:off x="0" y="0"/>
                <a:ext cx="3195343" cy="1361778"/>
              </a:xfrm>
              <a:custGeom>
                <a:avLst/>
                <a:gdLst/>
                <a:ahLst/>
                <a:cxnLst/>
                <a:rect l="0" t="0" r="0" b="0"/>
                <a:pathLst>
                  <a:path w="5032" h="2144">
                    <a:moveTo>
                      <a:pt x="4920" y="2007"/>
                    </a:moveTo>
                    <a:lnTo>
                      <a:pt x="4998" y="2129"/>
                    </a:lnTo>
                    <a:lnTo>
                      <a:pt x="5017" y="1985"/>
                    </a:lnTo>
                    <a:lnTo>
                      <a:pt x="4920" y="2007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19050" cap="flat">
                <a:solidFill>
                  <a:srgbClr val="00000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2" name="path 1452"/>
              <p:cNvSpPr/>
              <p:nvPr/>
            </p:nvSpPr>
            <p:spPr>
              <a:xfrm>
                <a:off x="0" y="0"/>
                <a:ext cx="2387525" cy="1787400"/>
              </a:xfrm>
              <a:custGeom>
                <a:avLst/>
                <a:gdLst/>
                <a:ahLst/>
                <a:cxnLst/>
                <a:rect l="0" t="0" r="0" b="0"/>
                <a:pathLst>
                  <a:path w="3759" h="2814">
                    <a:moveTo>
                      <a:pt x="3744" y="2799"/>
                    </a:moveTo>
                    <a:cubicBezTo>
                      <a:pt x="3429" y="2799"/>
                      <a:pt x="3113" y="2700"/>
                      <a:pt x="2876" y="2550"/>
                    </a:cubicBezTo>
                    <a:cubicBezTo>
                      <a:pt x="2757" y="2476"/>
                      <a:pt x="2659" y="2389"/>
                      <a:pt x="2590" y="2295"/>
                    </a:cubicBezTo>
                    <a:cubicBezTo>
                      <a:pt x="2572" y="2272"/>
                      <a:pt x="2557" y="2248"/>
                      <a:pt x="2544" y="2224"/>
                    </a:cubicBezTo>
                    <a:cubicBezTo>
                      <a:pt x="2537" y="2212"/>
                      <a:pt x="2531" y="2200"/>
                      <a:pt x="2525" y="2188"/>
                    </a:cubicBezTo>
                    <a:cubicBezTo>
                      <a:pt x="2524" y="2185"/>
                      <a:pt x="2522" y="2182"/>
                      <a:pt x="2521" y="2179"/>
                    </a:cubicBezTo>
                    <a:lnTo>
                      <a:pt x="2521" y="2178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4" name="path 1454"/>
              <p:cNvSpPr/>
              <p:nvPr/>
            </p:nvSpPr>
            <p:spPr>
              <a:xfrm>
                <a:off x="0" y="0"/>
                <a:ext cx="1641103" cy="1400018"/>
              </a:xfrm>
              <a:custGeom>
                <a:avLst/>
                <a:gdLst/>
                <a:ahLst/>
                <a:cxnLst/>
                <a:rect l="0" t="0" r="0" b="0"/>
                <a:pathLst>
                  <a:path w="2584" h="2204">
                    <a:moveTo>
                      <a:pt x="2569" y="2168"/>
                    </a:moveTo>
                    <a:lnTo>
                      <a:pt x="2491" y="2046"/>
                    </a:lnTo>
                    <a:lnTo>
                      <a:pt x="2472" y="2189"/>
                    </a:lnTo>
                    <a:lnTo>
                      <a:pt x="2569" y="2168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19050" cap="flat">
                <a:solidFill>
                  <a:srgbClr val="00000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6" name="path 1456"/>
              <p:cNvSpPr/>
              <p:nvPr/>
            </p:nvSpPr>
            <p:spPr>
              <a:xfrm>
                <a:off x="3982400" y="475075"/>
                <a:ext cx="1604400" cy="797099"/>
              </a:xfrm>
              <a:custGeom>
                <a:avLst/>
                <a:gdLst/>
                <a:ahLst/>
                <a:cxnLst/>
                <a:rect l="0" t="0" r="0" b="0"/>
                <a:pathLst>
                  <a:path w="2526" h="1255">
                    <a:moveTo>
                      <a:pt x="0" y="209"/>
                    </a:moveTo>
                    <a:lnTo>
                      <a:pt x="0" y="209"/>
                    </a:lnTo>
                    <a:cubicBezTo>
                      <a:pt x="0" y="93"/>
                      <a:pt x="93" y="0"/>
                      <a:pt x="209" y="0"/>
                    </a:cubicBezTo>
                    <a:lnTo>
                      <a:pt x="2317" y="0"/>
                    </a:lnTo>
                    <a:cubicBezTo>
                      <a:pt x="2372" y="0"/>
                      <a:pt x="2426" y="22"/>
                      <a:pt x="2465" y="61"/>
                    </a:cubicBezTo>
                    <a:cubicBezTo>
                      <a:pt x="2504" y="100"/>
                      <a:pt x="2526" y="153"/>
                      <a:pt x="2526" y="209"/>
                    </a:cubicBezTo>
                    <a:lnTo>
                      <a:pt x="2526" y="1046"/>
                    </a:lnTo>
                    <a:cubicBezTo>
                      <a:pt x="2526" y="1161"/>
                      <a:pt x="2432" y="1255"/>
                      <a:pt x="2317" y="1255"/>
                    </a:cubicBezTo>
                    <a:lnTo>
                      <a:pt x="209" y="1255"/>
                    </a:lnTo>
                    <a:cubicBezTo>
                      <a:pt x="93" y="1255"/>
                      <a:pt x="0" y="1161"/>
                      <a:pt x="0" y="1046"/>
                    </a:cubicBezTo>
                    <a:lnTo>
                      <a:pt x="0" y="209"/>
                    </a:lnTo>
                    <a:close/>
                  </a:path>
                </a:pathLst>
              </a:custGeom>
              <a:solidFill>
                <a:srgbClr val="F3F3F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8" name="path 1458"/>
              <p:cNvSpPr/>
              <p:nvPr/>
            </p:nvSpPr>
            <p:spPr>
              <a:xfrm>
                <a:off x="0" y="0"/>
                <a:ext cx="5596325" cy="1281700"/>
              </a:xfrm>
              <a:custGeom>
                <a:avLst/>
                <a:gdLst/>
                <a:ahLst/>
                <a:cxnLst/>
                <a:rect l="0" t="0" r="0" b="0"/>
                <a:pathLst>
                  <a:path w="8813" h="2018">
                    <a:moveTo>
                      <a:pt x="6271" y="957"/>
                    </a:moveTo>
                    <a:lnTo>
                      <a:pt x="6271" y="957"/>
                    </a:lnTo>
                    <a:cubicBezTo>
                      <a:pt x="6271" y="841"/>
                      <a:pt x="6365" y="748"/>
                      <a:pt x="6480" y="748"/>
                    </a:cubicBezTo>
                    <a:lnTo>
                      <a:pt x="8588" y="748"/>
                    </a:lnTo>
                    <a:cubicBezTo>
                      <a:pt x="8644" y="748"/>
                      <a:pt x="8697" y="770"/>
                      <a:pt x="8736" y="809"/>
                    </a:cubicBezTo>
                    <a:cubicBezTo>
                      <a:pt x="8776" y="848"/>
                      <a:pt x="8798" y="901"/>
                      <a:pt x="8798" y="957"/>
                    </a:cubicBezTo>
                    <a:lnTo>
                      <a:pt x="8798" y="1794"/>
                    </a:lnTo>
                    <a:cubicBezTo>
                      <a:pt x="8798" y="1909"/>
                      <a:pt x="8704" y="2003"/>
                      <a:pt x="8588" y="2003"/>
                    </a:cubicBezTo>
                    <a:lnTo>
                      <a:pt x="6480" y="2003"/>
                    </a:lnTo>
                    <a:cubicBezTo>
                      <a:pt x="6365" y="2003"/>
                      <a:pt x="6271" y="1909"/>
                      <a:pt x="6271" y="1794"/>
                    </a:cubicBezTo>
                    <a:lnTo>
                      <a:pt x="6271" y="957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60" name="textbox 1460"/>
            <p:cNvSpPr/>
            <p:nvPr/>
          </p:nvSpPr>
          <p:spPr>
            <a:xfrm>
              <a:off x="-12700" y="-12700"/>
              <a:ext cx="4061459" cy="1362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18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19095" algn="l" rtl="0" eaLnBrk="0">
                <a:lnSpc>
                  <a:spcPct val="80000"/>
                </a:lnSpc>
                <a:tabLst/>
              </a:pPr>
              <a:r>
                <a:rPr sz="16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Testing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30" name="group 130"/>
          <p:cNvGrpSpPr/>
          <p:nvPr/>
        </p:nvGrpSpPr>
        <p:grpSpPr>
          <a:xfrm rot="21600000">
            <a:off x="2490474" y="2454625"/>
            <a:ext cx="767975" cy="1818948"/>
            <a:chOff x="0" y="0"/>
            <a:chExt cx="767975" cy="1818948"/>
          </a:xfrm>
        </p:grpSpPr>
        <p:sp>
          <p:nvSpPr>
            <p:cNvPr id="1462" name="path 1462"/>
            <p:cNvSpPr/>
            <p:nvPr/>
          </p:nvSpPr>
          <p:spPr>
            <a:xfrm>
              <a:off x="172660" y="0"/>
              <a:ext cx="546338" cy="819074"/>
            </a:xfrm>
            <a:custGeom>
              <a:avLst/>
              <a:gdLst/>
              <a:ahLst/>
              <a:cxnLst/>
              <a:rect l="0" t="0" r="0" b="0"/>
              <a:pathLst>
                <a:path w="860" h="1289">
                  <a:moveTo>
                    <a:pt x="12" y="8"/>
                  </a:moveTo>
                  <a:lnTo>
                    <a:pt x="847" y="1281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64" name="path 1464"/>
            <p:cNvSpPr/>
            <p:nvPr/>
          </p:nvSpPr>
          <p:spPr>
            <a:xfrm>
              <a:off x="0" y="35849"/>
              <a:ext cx="767975" cy="859813"/>
            </a:xfrm>
            <a:custGeom>
              <a:avLst/>
              <a:gdLst/>
              <a:ahLst/>
              <a:cxnLst/>
              <a:rect l="0" t="0" r="0" b="0"/>
              <a:pathLst>
                <a:path w="1209" h="1354">
                  <a:moveTo>
                    <a:pt x="1078" y="1252"/>
                  </a:moveTo>
                  <a:lnTo>
                    <a:pt x="1194" y="1339"/>
                  </a:lnTo>
                  <a:lnTo>
                    <a:pt x="1161" y="1198"/>
                  </a:lnTo>
                  <a:lnTo>
                    <a:pt x="1078" y="125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66" name="path 1466"/>
            <p:cNvSpPr/>
            <p:nvPr/>
          </p:nvSpPr>
          <p:spPr>
            <a:xfrm>
              <a:off x="180625" y="899949"/>
              <a:ext cx="478800" cy="19050"/>
            </a:xfrm>
            <a:custGeom>
              <a:avLst/>
              <a:gdLst/>
              <a:ahLst/>
              <a:cxnLst/>
              <a:rect l="0" t="0" r="0" b="0"/>
              <a:pathLst>
                <a:path w="754" h="30">
                  <a:moveTo>
                    <a:pt x="0" y="15"/>
                  </a:moveTo>
                  <a:lnTo>
                    <a:pt x="754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68" name="path 1468"/>
            <p:cNvSpPr/>
            <p:nvPr/>
          </p:nvSpPr>
          <p:spPr>
            <a:xfrm>
              <a:off x="0" y="35849"/>
              <a:ext cx="755400" cy="914615"/>
            </a:xfrm>
            <a:custGeom>
              <a:avLst/>
              <a:gdLst/>
              <a:ahLst/>
              <a:cxnLst/>
              <a:rect l="0" t="0" r="0" b="0"/>
              <a:pathLst>
                <a:path w="1189" h="1440">
                  <a:moveTo>
                    <a:pt x="1038" y="1425"/>
                  </a:moveTo>
                  <a:lnTo>
                    <a:pt x="1174" y="1375"/>
                  </a:lnTo>
                  <a:lnTo>
                    <a:pt x="1038" y="1326"/>
                  </a:lnTo>
                  <a:lnTo>
                    <a:pt x="1038" y="1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70" name="path 1470"/>
            <p:cNvSpPr/>
            <p:nvPr/>
          </p:nvSpPr>
          <p:spPr>
            <a:xfrm>
              <a:off x="172660" y="999873"/>
              <a:ext cx="546338" cy="819074"/>
            </a:xfrm>
            <a:custGeom>
              <a:avLst/>
              <a:gdLst/>
              <a:ahLst/>
              <a:cxnLst/>
              <a:rect l="0" t="0" r="0" b="0"/>
              <a:pathLst>
                <a:path w="860" h="1289">
                  <a:moveTo>
                    <a:pt x="12" y="1281"/>
                  </a:moveTo>
                  <a:lnTo>
                    <a:pt x="847" y="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72" name="path 1472"/>
            <p:cNvSpPr/>
            <p:nvPr/>
          </p:nvSpPr>
          <p:spPr>
            <a:xfrm>
              <a:off x="0" y="35849"/>
              <a:ext cx="767975" cy="996032"/>
            </a:xfrm>
            <a:custGeom>
              <a:avLst/>
              <a:gdLst/>
              <a:ahLst/>
              <a:cxnLst/>
              <a:rect l="0" t="0" r="0" b="0"/>
              <a:pathLst>
                <a:path w="1209" h="1568">
                  <a:moveTo>
                    <a:pt x="1161" y="1553"/>
                  </a:moveTo>
                  <a:lnTo>
                    <a:pt x="1194" y="1412"/>
                  </a:lnTo>
                  <a:lnTo>
                    <a:pt x="1078" y="1499"/>
                  </a:lnTo>
                  <a:lnTo>
                    <a:pt x="1161" y="15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group 132"/>
          <p:cNvGrpSpPr/>
          <p:nvPr/>
        </p:nvGrpSpPr>
        <p:grpSpPr>
          <a:xfrm rot="21600000">
            <a:off x="882275" y="1818275"/>
            <a:ext cx="6388456" cy="3091649"/>
            <a:chOff x="0" y="0"/>
            <a:chExt cx="6388456" cy="3091649"/>
          </a:xfrm>
        </p:grpSpPr>
        <p:sp>
          <p:nvSpPr>
            <p:cNvPr id="1474" name="path 1474"/>
            <p:cNvSpPr/>
            <p:nvPr/>
          </p:nvSpPr>
          <p:spPr>
            <a:xfrm>
              <a:off x="3986200" y="1536299"/>
              <a:ext cx="1490100" cy="19050"/>
            </a:xfrm>
            <a:custGeom>
              <a:avLst/>
              <a:gdLst/>
              <a:ahLst/>
              <a:cxnLst/>
              <a:rect l="0" t="0" r="0" b="0"/>
              <a:pathLst>
                <a:path w="2346" h="30">
                  <a:moveTo>
                    <a:pt x="0" y="15"/>
                  </a:moveTo>
                  <a:lnTo>
                    <a:pt x="2346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76" name="path 1476"/>
            <p:cNvSpPr/>
            <p:nvPr/>
          </p:nvSpPr>
          <p:spPr>
            <a:xfrm>
              <a:off x="1608199" y="672199"/>
              <a:ext cx="3964075" cy="914615"/>
            </a:xfrm>
            <a:custGeom>
              <a:avLst/>
              <a:gdLst/>
              <a:ahLst/>
              <a:cxnLst/>
              <a:rect l="0" t="0" r="0" b="0"/>
              <a:pathLst>
                <a:path w="6242" h="1440">
                  <a:moveTo>
                    <a:pt x="6091" y="1425"/>
                  </a:moveTo>
                  <a:lnTo>
                    <a:pt x="6227" y="1375"/>
                  </a:lnTo>
                  <a:lnTo>
                    <a:pt x="6091" y="1326"/>
                  </a:lnTo>
                  <a:lnTo>
                    <a:pt x="6091" y="1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78" name="path 1478"/>
            <p:cNvSpPr/>
            <p:nvPr/>
          </p:nvSpPr>
          <p:spPr>
            <a:xfrm>
              <a:off x="1608199" y="233499"/>
              <a:ext cx="3183739" cy="1713306"/>
            </a:xfrm>
            <a:custGeom>
              <a:avLst/>
              <a:gdLst/>
              <a:ahLst/>
              <a:cxnLst/>
              <a:rect l="0" t="0" r="0" b="0"/>
              <a:pathLst>
                <a:path w="5013" h="2698">
                  <a:moveTo>
                    <a:pt x="2481" y="15"/>
                  </a:moveTo>
                  <a:cubicBezTo>
                    <a:pt x="2481" y="573"/>
                    <a:pt x="3113" y="776"/>
                    <a:pt x="3744" y="1132"/>
                  </a:cubicBezTo>
                  <a:cubicBezTo>
                    <a:pt x="4060" y="1310"/>
                    <a:pt x="4376" y="1527"/>
                    <a:pt x="4613" y="1806"/>
                  </a:cubicBezTo>
                  <a:cubicBezTo>
                    <a:pt x="4731" y="1946"/>
                    <a:pt x="4830" y="2102"/>
                    <a:pt x="4899" y="2277"/>
                  </a:cubicBezTo>
                  <a:cubicBezTo>
                    <a:pt x="4934" y="2365"/>
                    <a:pt x="4961" y="2457"/>
                    <a:pt x="4979" y="2554"/>
                  </a:cubicBezTo>
                  <a:cubicBezTo>
                    <a:pt x="4984" y="2579"/>
                    <a:pt x="4988" y="2603"/>
                    <a:pt x="4992" y="2628"/>
                  </a:cubicBezTo>
                  <a:cubicBezTo>
                    <a:pt x="4993" y="2641"/>
                    <a:pt x="4995" y="2653"/>
                    <a:pt x="4996" y="2666"/>
                  </a:cubicBezTo>
                  <a:lnTo>
                    <a:pt x="4998" y="268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80" name="path 1480"/>
            <p:cNvSpPr/>
            <p:nvPr/>
          </p:nvSpPr>
          <p:spPr>
            <a:xfrm>
              <a:off x="1608199" y="672199"/>
              <a:ext cx="3215162" cy="1360939"/>
            </a:xfrm>
            <a:custGeom>
              <a:avLst/>
              <a:gdLst/>
              <a:ahLst/>
              <a:cxnLst/>
              <a:rect l="0" t="0" r="0" b="0"/>
              <a:pathLst>
                <a:path w="5063" h="2143">
                  <a:moveTo>
                    <a:pt x="4949" y="1994"/>
                  </a:moveTo>
                  <a:lnTo>
                    <a:pt x="5005" y="2128"/>
                  </a:lnTo>
                  <a:lnTo>
                    <a:pt x="5048" y="1989"/>
                  </a:lnTo>
                  <a:lnTo>
                    <a:pt x="4949" y="199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82" name="path 1482"/>
            <p:cNvSpPr/>
            <p:nvPr/>
          </p:nvSpPr>
          <p:spPr>
            <a:xfrm>
              <a:off x="1608199" y="233499"/>
              <a:ext cx="4737205" cy="824130"/>
            </a:xfrm>
            <a:custGeom>
              <a:avLst/>
              <a:gdLst/>
              <a:ahLst/>
              <a:cxnLst/>
              <a:rect l="0" t="0" r="0" b="0"/>
              <a:pathLst>
                <a:path w="7460" h="1297">
                  <a:moveTo>
                    <a:pt x="2481" y="15"/>
                  </a:moveTo>
                  <a:cubicBezTo>
                    <a:pt x="2481" y="371"/>
                    <a:pt x="3744" y="549"/>
                    <a:pt x="5008" y="727"/>
                  </a:cubicBezTo>
                  <a:cubicBezTo>
                    <a:pt x="5639" y="816"/>
                    <a:pt x="6271" y="904"/>
                    <a:pt x="6745" y="1016"/>
                  </a:cubicBezTo>
                  <a:cubicBezTo>
                    <a:pt x="6982" y="1071"/>
                    <a:pt x="7179" y="1133"/>
                    <a:pt x="7317" y="1202"/>
                  </a:cubicBezTo>
                  <a:cubicBezTo>
                    <a:pt x="7352" y="1219"/>
                    <a:pt x="7383" y="1237"/>
                    <a:pt x="7409" y="1256"/>
                  </a:cubicBezTo>
                  <a:cubicBezTo>
                    <a:pt x="7416" y="1260"/>
                    <a:pt x="7423" y="1265"/>
                    <a:pt x="7429" y="1270"/>
                  </a:cubicBezTo>
                  <a:cubicBezTo>
                    <a:pt x="7432" y="1272"/>
                    <a:pt x="7435" y="1274"/>
                    <a:pt x="7438" y="1277"/>
                  </a:cubicBezTo>
                  <a:cubicBezTo>
                    <a:pt x="7439" y="1278"/>
                    <a:pt x="7441" y="1279"/>
                    <a:pt x="7442" y="1280"/>
                  </a:cubicBezTo>
                  <a:lnTo>
                    <a:pt x="7445" y="128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84" name="path 1484"/>
            <p:cNvSpPr/>
            <p:nvPr/>
          </p:nvSpPr>
          <p:spPr>
            <a:xfrm>
              <a:off x="1608199" y="672199"/>
              <a:ext cx="4780256" cy="460399"/>
            </a:xfrm>
            <a:custGeom>
              <a:avLst/>
              <a:gdLst/>
              <a:ahLst/>
              <a:cxnLst/>
              <a:rect l="0" t="0" r="0" b="0"/>
              <a:pathLst>
                <a:path w="7527" h="725">
                  <a:moveTo>
                    <a:pt x="7402" y="616"/>
                  </a:moveTo>
                  <a:lnTo>
                    <a:pt x="7512" y="710"/>
                  </a:lnTo>
                  <a:lnTo>
                    <a:pt x="7488" y="567"/>
                  </a:lnTo>
                  <a:lnTo>
                    <a:pt x="7402" y="6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86" name="path 1486"/>
            <p:cNvSpPr/>
            <p:nvPr/>
          </p:nvSpPr>
          <p:spPr>
            <a:xfrm>
              <a:off x="0" y="0"/>
              <a:ext cx="1973249" cy="3091649"/>
            </a:xfrm>
            <a:custGeom>
              <a:avLst/>
              <a:gdLst/>
              <a:ahLst/>
              <a:cxnLst/>
              <a:rect l="0" t="0" r="0" b="0"/>
              <a:pathLst>
                <a:path w="3107" h="4868">
                  <a:moveTo>
                    <a:pt x="15" y="527"/>
                  </a:moveTo>
                  <a:lnTo>
                    <a:pt x="15" y="527"/>
                  </a:lnTo>
                  <a:cubicBezTo>
                    <a:pt x="15" y="244"/>
                    <a:pt x="244" y="15"/>
                    <a:pt x="527" y="15"/>
                  </a:cubicBezTo>
                  <a:lnTo>
                    <a:pt x="2579" y="15"/>
                  </a:lnTo>
                  <a:lnTo>
                    <a:pt x="2579" y="15"/>
                  </a:lnTo>
                  <a:cubicBezTo>
                    <a:pt x="2715" y="15"/>
                    <a:pt x="2846" y="69"/>
                    <a:pt x="2942" y="165"/>
                  </a:cubicBezTo>
                  <a:cubicBezTo>
                    <a:pt x="3038" y="261"/>
                    <a:pt x="3092" y="391"/>
                    <a:pt x="3092" y="527"/>
                  </a:cubicBezTo>
                  <a:lnTo>
                    <a:pt x="3092" y="4340"/>
                  </a:lnTo>
                  <a:cubicBezTo>
                    <a:pt x="3092" y="4624"/>
                    <a:pt x="2862" y="4853"/>
                    <a:pt x="2579" y="4853"/>
                  </a:cubicBezTo>
                  <a:lnTo>
                    <a:pt x="527" y="4853"/>
                  </a:lnTo>
                  <a:cubicBezTo>
                    <a:pt x="244" y="4853"/>
                    <a:pt x="15" y="4624"/>
                    <a:pt x="15" y="4340"/>
                  </a:cubicBezTo>
                  <a:lnTo>
                    <a:pt x="15" y="527"/>
                  </a:lnTo>
                  <a:close/>
                </a:path>
              </a:pathLst>
            </a:custGeom>
            <a:noFill/>
            <a:ln w="19050" cap="flat">
              <a:solidFill>
                <a:srgbClr val="0000FF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88" name="textbox 1488"/>
          <p:cNvSpPr/>
          <p:nvPr/>
        </p:nvSpPr>
        <p:spPr>
          <a:xfrm>
            <a:off x="396657" y="497887"/>
            <a:ext cx="5868034" cy="553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Ov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erview of</a:t>
            </a:r>
            <a:r>
              <a:rPr sz="2600" b="1" kern="0" spc="-1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DNN Train</a:t>
            </a: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 Procedur</a:t>
            </a: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grpSp>
        <p:nvGrpSpPr>
          <p:cNvPr id="134" name="group 134"/>
          <p:cNvGrpSpPr/>
          <p:nvPr/>
        </p:nvGrpSpPr>
        <p:grpSpPr>
          <a:xfrm rot="21600000">
            <a:off x="2490474" y="1254674"/>
            <a:ext cx="2387525" cy="816149"/>
            <a:chOff x="0" y="0"/>
            <a:chExt cx="2387525" cy="816149"/>
          </a:xfrm>
        </p:grpSpPr>
        <p:sp>
          <p:nvSpPr>
            <p:cNvPr id="1490" name="path 1490"/>
            <p:cNvSpPr/>
            <p:nvPr/>
          </p:nvSpPr>
          <p:spPr>
            <a:xfrm>
              <a:off x="773599" y="952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D9D2E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92" name="path 1492"/>
            <p:cNvSpPr/>
            <p:nvPr/>
          </p:nvSpPr>
          <p:spPr>
            <a:xfrm>
              <a:off x="0" y="0"/>
              <a:ext cx="2387525" cy="816149"/>
            </a:xfrm>
            <a:custGeom>
              <a:avLst/>
              <a:gdLst/>
              <a:ahLst/>
              <a:cxnLst/>
              <a:rect l="0" t="0" r="0" b="0"/>
              <a:pathLst>
                <a:path w="3759" h="1285">
                  <a:moveTo>
                    <a:pt x="1218" y="224"/>
                  </a:moveTo>
                  <a:lnTo>
                    <a:pt x="1218" y="224"/>
                  </a:lnTo>
                  <a:cubicBezTo>
                    <a:pt x="1218" y="108"/>
                    <a:pt x="1311" y="15"/>
                    <a:pt x="1427" y="15"/>
                  </a:cubicBezTo>
                  <a:lnTo>
                    <a:pt x="3535" y="15"/>
                  </a:lnTo>
                  <a:cubicBezTo>
                    <a:pt x="3591" y="15"/>
                    <a:pt x="3644" y="37"/>
                    <a:pt x="3683" y="76"/>
                  </a:cubicBezTo>
                  <a:cubicBezTo>
                    <a:pt x="3722" y="115"/>
                    <a:pt x="3744" y="168"/>
                    <a:pt x="3744" y="224"/>
                  </a:cubicBezTo>
                  <a:lnTo>
                    <a:pt x="3744" y="1061"/>
                  </a:lnTo>
                  <a:cubicBezTo>
                    <a:pt x="3744" y="1176"/>
                    <a:pt x="3651" y="1270"/>
                    <a:pt x="3535" y="1270"/>
                  </a:cubicBezTo>
                  <a:lnTo>
                    <a:pt x="1427" y="1270"/>
                  </a:lnTo>
                  <a:cubicBezTo>
                    <a:pt x="1311" y="1270"/>
                    <a:pt x="1218" y="1176"/>
                    <a:pt x="1218" y="1061"/>
                  </a:cubicBezTo>
                  <a:lnTo>
                    <a:pt x="1218" y="22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94" name="path 1494"/>
          <p:cNvSpPr/>
          <p:nvPr/>
        </p:nvSpPr>
        <p:spPr>
          <a:xfrm>
            <a:off x="2490474" y="1046324"/>
            <a:ext cx="2562425" cy="1232850"/>
          </a:xfrm>
          <a:custGeom>
            <a:avLst/>
            <a:gdLst/>
            <a:ahLst/>
            <a:cxnLst/>
            <a:rect l="0" t="0" r="0" b="0"/>
            <a:pathLst>
              <a:path w="4035" h="1941">
                <a:moveTo>
                  <a:pt x="942" y="333"/>
                </a:moveTo>
                <a:lnTo>
                  <a:pt x="942" y="333"/>
                </a:lnTo>
                <a:cubicBezTo>
                  <a:pt x="942" y="157"/>
                  <a:pt x="1085" y="15"/>
                  <a:pt x="1261" y="15"/>
                </a:cubicBezTo>
                <a:lnTo>
                  <a:pt x="3701" y="15"/>
                </a:lnTo>
                <a:cubicBezTo>
                  <a:pt x="3786" y="15"/>
                  <a:pt x="3867" y="48"/>
                  <a:pt x="3927" y="108"/>
                </a:cubicBezTo>
                <a:cubicBezTo>
                  <a:pt x="3986" y="168"/>
                  <a:pt x="4020" y="249"/>
                  <a:pt x="4020" y="333"/>
                </a:cubicBezTo>
                <a:lnTo>
                  <a:pt x="4020" y="1607"/>
                </a:lnTo>
                <a:cubicBezTo>
                  <a:pt x="4020" y="1783"/>
                  <a:pt x="3877" y="1926"/>
                  <a:pt x="3701" y="1926"/>
                </a:cubicBezTo>
                <a:lnTo>
                  <a:pt x="1261" y="1926"/>
                </a:lnTo>
                <a:cubicBezTo>
                  <a:pt x="1085" y="1926"/>
                  <a:pt x="942" y="1783"/>
                  <a:pt x="942" y="1607"/>
                </a:cubicBezTo>
                <a:lnTo>
                  <a:pt x="942" y="333"/>
                </a:lnTo>
                <a:close/>
              </a:path>
            </a:pathLst>
          </a:custGeom>
          <a:noFill/>
          <a:ln w="19050" cap="flat">
            <a:solidFill>
              <a:srgbClr val="0000FF"/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96" name="textbox 1496"/>
          <p:cNvSpPr/>
          <p:nvPr/>
        </p:nvSpPr>
        <p:spPr>
          <a:xfrm>
            <a:off x="5183668" y="1423437"/>
            <a:ext cx="2761614" cy="512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1914"/>
              </a:lnSpc>
              <a:tabLst/>
            </a:pPr>
            <a:r>
              <a:rPr sz="1400" b="1" kern="0" spc="-3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torch.uti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ls.data.Dataset</a:t>
            </a:r>
            <a:endParaRPr sz="14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ts val="1914"/>
              </a:lnSpc>
              <a:spcBef>
                <a:spcPts val="6"/>
              </a:spcBef>
              <a:tabLst/>
            </a:pP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orch.utils.data.Dat</a:t>
            </a: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aLoade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r</a:t>
            </a:r>
            <a:endParaRPr sz="14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498" name="rect 1498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0" name="textbox 1500"/>
          <p:cNvSpPr/>
          <p:nvPr/>
        </p:nvSpPr>
        <p:spPr>
          <a:xfrm>
            <a:off x="1216046" y="2244406"/>
            <a:ext cx="1320164" cy="472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56" rIns="0" bIns="0"/>
          <a:lstStyle/>
          <a:p>
            <a:pPr marL="266700" indent="-254000" algn="l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Define</a:t>
            </a:r>
            <a:r>
              <a:rPr sz="1600" b="1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ral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502" name="textbox 1502"/>
          <p:cNvSpPr/>
          <p:nvPr/>
        </p:nvSpPr>
        <p:spPr>
          <a:xfrm>
            <a:off x="1304849" y="1251650"/>
            <a:ext cx="1136014" cy="478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1920"/>
              </a:lnSpc>
              <a:tabLst/>
            </a:pPr>
            <a:r>
              <a:rPr sz="1500" b="1" kern="0" spc="-9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torch.nn</a:t>
            </a:r>
            <a:endParaRPr sz="15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ct val="97000"/>
              </a:lnSpc>
              <a:spcBef>
                <a:spcPts val="16"/>
              </a:spcBef>
              <a:tabLst/>
            </a:pPr>
            <a:r>
              <a:rPr sz="1400" b="1" kern="0" spc="-6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torch.op</a:t>
            </a: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ti</a:t>
            </a:r>
            <a:r>
              <a:rPr sz="1400" b="1" kern="0" spc="3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m</a:t>
            </a:r>
            <a:endParaRPr sz="14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504" name="textbox 1504"/>
          <p:cNvSpPr/>
          <p:nvPr/>
        </p:nvSpPr>
        <p:spPr>
          <a:xfrm>
            <a:off x="1238668" y="3274920"/>
            <a:ext cx="127508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Loss</a:t>
            </a: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Functio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506" name="textbox 1506"/>
          <p:cNvSpPr/>
          <p:nvPr/>
        </p:nvSpPr>
        <p:spPr>
          <a:xfrm>
            <a:off x="1431382" y="4176528"/>
            <a:ext cx="88773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Optimizer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508" name="textbox 1508"/>
          <p:cNvSpPr/>
          <p:nvPr/>
        </p:nvSpPr>
        <p:spPr>
          <a:xfrm>
            <a:off x="3599664" y="1573570"/>
            <a:ext cx="94805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Load</a:t>
            </a: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510" name="textbox 1510"/>
          <p:cNvSpPr/>
          <p:nvPr/>
        </p:nvSpPr>
        <p:spPr>
          <a:xfrm>
            <a:off x="3695048" y="3274920"/>
            <a:ext cx="747394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Training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512" name="textbox 1512"/>
          <p:cNvSpPr/>
          <p:nvPr/>
        </p:nvSpPr>
        <p:spPr>
          <a:xfrm>
            <a:off x="5220201" y="4179170"/>
            <a:ext cx="90170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Validation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textbox 1514"/>
          <p:cNvSpPr/>
          <p:nvPr/>
        </p:nvSpPr>
        <p:spPr>
          <a:xfrm>
            <a:off x="386370" y="497887"/>
            <a:ext cx="4888865" cy="1625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torch.nn -- Neural Network Layers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3869" indent="-362584" algn="l" rtl="0" eaLnBrk="0">
              <a:lnSpc>
                <a:spcPct val="158000"/>
              </a:lnSpc>
              <a:tabLst/>
            </a:pP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Linear</a:t>
            </a:r>
            <a:r>
              <a:rPr sz="1800" kern="0" spc="1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Layer (</a:t>
            </a:r>
            <a:r>
              <a:rPr sz="1800" b="1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Fully-connected</a:t>
            </a:r>
            <a:r>
              <a:rPr sz="1800" b="1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Laye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r)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nn.Linear(in_features,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out_features)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graphicFrame>
        <p:nvGraphicFramePr>
          <p:cNvPr id="1516" name="table 1516"/>
          <p:cNvGraphicFramePr>
            <a:graphicFrameLocks noGrp="1"/>
          </p:cNvGraphicFramePr>
          <p:nvPr/>
        </p:nvGraphicFramePr>
        <p:xfrm>
          <a:off x="834162" y="2762837"/>
          <a:ext cx="7475219" cy="956945"/>
        </p:xfrm>
        <a:graphic>
          <a:graphicData uri="http://schemas.openxmlformats.org/drawingml/2006/table">
            <a:tbl>
              <a:tblPr/>
              <a:tblGrid>
                <a:gridCol w="1940560"/>
                <a:gridCol w="833755"/>
                <a:gridCol w="1926589"/>
                <a:gridCol w="833755"/>
                <a:gridCol w="1940560"/>
              </a:tblGrid>
              <a:tr h="47815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3259" indent="-290829" algn="l" rtl="0" eaLnBrk="0">
                        <a:lnSpc>
                          <a:spcPct val="11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Input Tens</a:t>
                      </a:r>
                      <a:r>
                        <a:rPr sz="1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</a:t>
                      </a:r>
                      <a:r>
                        <a:rPr sz="16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*</a:t>
                      </a:r>
                      <a:r>
                        <a:rPr sz="1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6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x</a:t>
                      </a:r>
                      <a:r>
                        <a:rPr sz="1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6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32</a:t>
                      </a:r>
                      <a:endParaRPr sz="16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nn.Linear(32,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64)</a:t>
                      </a:r>
                      <a:endParaRPr sz="1600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0" indent="-287020" algn="l" rtl="0" eaLnBrk="0">
                        <a:lnSpc>
                          <a:spcPct val="12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Output Tenso</a:t>
                      </a:r>
                      <a:r>
                        <a:rPr sz="1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1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600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r>
                        <a:rPr sz="2400" kern="0" spc="-40" baseline="2387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*</a:t>
                      </a:r>
                      <a:r>
                        <a:rPr sz="15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2400" kern="0" spc="-40" baseline="2387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x</a:t>
                      </a:r>
                      <a:r>
                        <a:rPr sz="15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2400" kern="0" spc="-40" baseline="2387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64</a:t>
                      </a:r>
                      <a:endParaRPr sz="2400" baseline="23873" dirty="0">
                        <a:latin typeface="MS Gothic"/>
                        <a:ea typeface="MS Gothic"/>
                        <a:cs typeface="MS Gothic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47879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18" name="path 1518"/>
          <p:cNvSpPr/>
          <p:nvPr/>
        </p:nvSpPr>
        <p:spPr>
          <a:xfrm>
            <a:off x="1747875" y="3531693"/>
            <a:ext cx="5210258" cy="767189"/>
          </a:xfrm>
          <a:custGeom>
            <a:avLst/>
            <a:gdLst/>
            <a:ahLst/>
            <a:cxnLst/>
            <a:rect l="0" t="0" r="0" b="0"/>
            <a:pathLst>
              <a:path w="8205" h="1208">
                <a:moveTo>
                  <a:pt x="1996" y="1193"/>
                </a:moveTo>
                <a:lnTo>
                  <a:pt x="7" y="69"/>
                </a:lnTo>
                <a:moveTo>
                  <a:pt x="1996" y="1193"/>
                </a:moveTo>
                <a:lnTo>
                  <a:pt x="8202" y="14"/>
                </a:lnTo>
              </a:path>
            </a:pathLst>
          </a:custGeom>
          <a:noFill/>
          <a:ln w="19050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0" name="textbox 1520"/>
          <p:cNvSpPr/>
          <p:nvPr/>
        </p:nvSpPr>
        <p:spPr>
          <a:xfrm>
            <a:off x="581893" y="4345976"/>
            <a:ext cx="4610734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6000"/>
              </a:lnSpc>
              <a:tabLst/>
            </a:pP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1500" kern="0" spc="1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1500" kern="0" spc="1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r>
              <a:rPr sz="1500" kern="0" spc="1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shape</a:t>
            </a:r>
            <a:r>
              <a:rPr sz="1500" kern="0" spc="1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</a:t>
            </a:r>
            <a:r>
              <a:rPr sz="1500" kern="0" spc="1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500" kern="0" spc="1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last</a:t>
            </a:r>
            <a:r>
              <a:rPr sz="1500" kern="0" spc="1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dimension</a:t>
            </a:r>
            <a:r>
              <a:rPr sz="1500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must</a:t>
            </a:r>
            <a:r>
              <a:rPr sz="1500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1500" kern="0" spc="10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32</a:t>
            </a:r>
            <a:r>
              <a:rPr sz="15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e.g. (</a:t>
            </a:r>
            <a:r>
              <a:rPr sz="15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10,</a:t>
            </a:r>
            <a:r>
              <a:rPr sz="15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32),</a:t>
            </a:r>
            <a:r>
              <a:rPr sz="1500" kern="0" spc="16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(10,</a:t>
            </a:r>
            <a:r>
              <a:rPr sz="1500" kern="0" spc="10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5,</a:t>
            </a:r>
            <a:r>
              <a:rPr sz="1500" kern="0" spc="9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32),</a:t>
            </a:r>
            <a:r>
              <a:rPr sz="1500" kern="0" spc="17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(1,</a:t>
            </a:r>
            <a:r>
              <a:rPr sz="1500" kern="0" spc="1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1,</a:t>
            </a:r>
            <a:r>
              <a:rPr sz="1500" kern="0" spc="9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3,</a:t>
            </a:r>
            <a:r>
              <a:rPr sz="1500" kern="0" spc="9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32),</a:t>
            </a:r>
            <a:r>
              <a:rPr sz="1500" kern="0" spc="-25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1522" name="rect 1522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4" name="path 1524"/>
          <p:cNvSpPr/>
          <p:nvPr/>
        </p:nvSpPr>
        <p:spPr>
          <a:xfrm>
            <a:off x="1670056" y="3524030"/>
            <a:ext cx="106277" cy="85510"/>
          </a:xfrm>
          <a:custGeom>
            <a:avLst/>
            <a:gdLst/>
            <a:ahLst/>
            <a:cxnLst/>
            <a:rect l="0" t="0" r="0" b="0"/>
            <a:pathLst>
              <a:path w="167" h="134">
                <a:moveTo>
                  <a:pt x="154" y="38"/>
                </a:moveTo>
                <a:lnTo>
                  <a:pt x="11" y="14"/>
                </a:lnTo>
                <a:lnTo>
                  <a:pt x="105" y="124"/>
                </a:lnTo>
                <a:lnTo>
                  <a:pt x="154" y="38"/>
                </a:lnTo>
              </a:path>
            </a:pathLst>
          </a:custGeom>
          <a:noFill/>
          <a:ln w="19050" cap="flat">
            <a:solidFill>
              <a:srgbClr val="FF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6" name="path 1526"/>
          <p:cNvSpPr/>
          <p:nvPr/>
        </p:nvSpPr>
        <p:spPr>
          <a:xfrm>
            <a:off x="3485024" y="3210059"/>
            <a:ext cx="19050" cy="62931"/>
          </a:xfrm>
          <a:custGeom>
            <a:avLst/>
            <a:gdLst/>
            <a:ahLst/>
            <a:cxnLst/>
            <a:rect l="0" t="0" r="0" b="0"/>
            <a:pathLst>
              <a:path w="30" h="99">
                <a:moveTo>
                  <a:pt x="15" y="0"/>
                </a:moveTo>
                <a:lnTo>
                  <a:pt x="15" y="99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8" name="path 1528"/>
          <p:cNvSpPr/>
          <p:nvPr/>
        </p:nvSpPr>
        <p:spPr>
          <a:xfrm>
            <a:off x="6245324" y="3210059"/>
            <a:ext cx="19050" cy="62931"/>
          </a:xfrm>
          <a:custGeom>
            <a:avLst/>
            <a:gdLst/>
            <a:ahLst/>
            <a:cxnLst/>
            <a:rect l="0" t="0" r="0" b="0"/>
            <a:pathLst>
              <a:path w="30" h="99">
                <a:moveTo>
                  <a:pt x="15" y="0"/>
                </a:moveTo>
                <a:lnTo>
                  <a:pt x="15" y="99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path 1530"/>
          <p:cNvSpPr/>
          <p:nvPr/>
        </p:nvSpPr>
        <p:spPr>
          <a:xfrm>
            <a:off x="2490474" y="2030750"/>
            <a:ext cx="6458537" cy="2739749"/>
          </a:xfrm>
          <a:custGeom>
            <a:avLst/>
            <a:gdLst/>
            <a:ahLst/>
            <a:cxnLst/>
            <a:rect l="0" t="0" r="0" b="0"/>
            <a:pathLst>
              <a:path w="10170" h="4314">
                <a:moveTo>
                  <a:pt x="4481" y="729"/>
                </a:moveTo>
                <a:lnTo>
                  <a:pt x="4481" y="729"/>
                </a:lnTo>
                <a:cubicBezTo>
                  <a:pt x="4481" y="334"/>
                  <a:pt x="4801" y="15"/>
                  <a:pt x="5195" y="15"/>
                </a:cubicBezTo>
                <a:lnTo>
                  <a:pt x="9441" y="15"/>
                </a:lnTo>
                <a:cubicBezTo>
                  <a:pt x="9631" y="15"/>
                  <a:pt x="9812" y="90"/>
                  <a:pt x="9946" y="224"/>
                </a:cubicBezTo>
                <a:cubicBezTo>
                  <a:pt x="10080" y="358"/>
                  <a:pt x="10155" y="539"/>
                  <a:pt x="10155" y="729"/>
                </a:cubicBezTo>
                <a:lnTo>
                  <a:pt x="10155" y="3585"/>
                </a:lnTo>
                <a:cubicBezTo>
                  <a:pt x="10155" y="3979"/>
                  <a:pt x="9836" y="4299"/>
                  <a:pt x="9441" y="4299"/>
                </a:cubicBezTo>
                <a:lnTo>
                  <a:pt x="5195" y="4299"/>
                </a:lnTo>
                <a:lnTo>
                  <a:pt x="5195" y="4299"/>
                </a:lnTo>
                <a:cubicBezTo>
                  <a:pt x="4801" y="4299"/>
                  <a:pt x="4481" y="3979"/>
                  <a:pt x="4481" y="3585"/>
                </a:cubicBezTo>
                <a:lnTo>
                  <a:pt x="4481" y="729"/>
                </a:lnTo>
                <a:close/>
              </a:path>
            </a:pathLst>
          </a:custGeom>
          <a:noFill/>
          <a:ln w="19050" cap="flat">
            <a:solidFill>
              <a:srgbClr val="0000FF"/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32" name="textbox 1532"/>
          <p:cNvSpPr/>
          <p:nvPr/>
        </p:nvSpPr>
        <p:spPr>
          <a:xfrm>
            <a:off x="386370" y="497887"/>
            <a:ext cx="4888865" cy="1160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torch.nn -- Neural Network Layers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2505"/>
              </a:lnSpc>
              <a:spcBef>
                <a:spcPts val="3"/>
              </a:spcBef>
              <a:tabLst/>
            </a:pP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Linear</a:t>
            </a:r>
            <a:r>
              <a:rPr sz="1800" kern="0" spc="1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Layer (</a:t>
            </a:r>
            <a:r>
              <a:rPr sz="1800" b="1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Fully-connected</a:t>
            </a:r>
            <a:r>
              <a:rPr sz="1800" b="1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Layer)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grpSp>
        <p:nvGrpSpPr>
          <p:cNvPr id="136" name="group 136"/>
          <p:cNvGrpSpPr/>
          <p:nvPr/>
        </p:nvGrpSpPr>
        <p:grpSpPr>
          <a:xfrm rot="21600000">
            <a:off x="1511766" y="2287664"/>
            <a:ext cx="1282176" cy="987017"/>
            <a:chOff x="0" y="0"/>
            <a:chExt cx="1282176" cy="987017"/>
          </a:xfrm>
        </p:grpSpPr>
        <p:sp>
          <p:nvSpPr>
            <p:cNvPr id="1534" name="path 1534"/>
            <p:cNvSpPr/>
            <p:nvPr/>
          </p:nvSpPr>
          <p:spPr>
            <a:xfrm>
              <a:off x="978708" y="202810"/>
              <a:ext cx="303468" cy="251865"/>
            </a:xfrm>
            <a:custGeom>
              <a:avLst/>
              <a:gdLst/>
              <a:ahLst/>
              <a:cxnLst/>
              <a:rect l="0" t="0" r="0" b="0"/>
              <a:pathLst>
                <a:path w="477" h="396">
                  <a:moveTo>
                    <a:pt x="318" y="381"/>
                  </a:moveTo>
                  <a:lnTo>
                    <a:pt x="462" y="379"/>
                  </a:lnTo>
                  <a:lnTo>
                    <a:pt x="350" y="287"/>
                  </a:lnTo>
                  <a:lnTo>
                    <a:pt x="318" y="38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36" name="path 1536"/>
            <p:cNvSpPr/>
            <p:nvPr/>
          </p:nvSpPr>
          <p:spPr>
            <a:xfrm>
              <a:off x="0" y="0"/>
              <a:ext cx="1216037" cy="987017"/>
            </a:xfrm>
            <a:custGeom>
              <a:avLst/>
              <a:gdLst/>
              <a:ahLst/>
              <a:cxnLst/>
              <a:rect l="0" t="0" r="0" b="0"/>
              <a:pathLst>
                <a:path w="1915" h="1554">
                  <a:moveTo>
                    <a:pt x="9" y="11"/>
                  </a:moveTo>
                  <a:lnTo>
                    <a:pt x="1905" y="154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38" name="path 1538"/>
          <p:cNvSpPr/>
          <p:nvPr/>
        </p:nvSpPr>
        <p:spPr>
          <a:xfrm>
            <a:off x="2810624" y="3155325"/>
            <a:ext cx="367500" cy="367499"/>
          </a:xfrm>
          <a:custGeom>
            <a:avLst/>
            <a:gdLst/>
            <a:ahLst/>
            <a:cxnLst/>
            <a:rect l="0" t="0" r="0" b="0"/>
            <a:pathLst>
              <a:path w="578" h="578">
                <a:moveTo>
                  <a:pt x="0" y="289"/>
                </a:moveTo>
                <a:lnTo>
                  <a:pt x="0" y="289"/>
                </a:lnTo>
                <a:cubicBezTo>
                  <a:pt x="0" y="129"/>
                  <a:pt x="129" y="0"/>
                  <a:pt x="289" y="0"/>
                </a:cubicBezTo>
                <a:lnTo>
                  <a:pt x="289" y="0"/>
                </a:lnTo>
                <a:cubicBezTo>
                  <a:pt x="366" y="0"/>
                  <a:pt x="439" y="30"/>
                  <a:pt x="493" y="84"/>
                </a:cubicBezTo>
                <a:cubicBezTo>
                  <a:pt x="548" y="139"/>
                  <a:pt x="578" y="212"/>
                  <a:pt x="578" y="289"/>
                </a:cubicBezTo>
                <a:lnTo>
                  <a:pt x="578" y="289"/>
                </a:lnTo>
                <a:cubicBezTo>
                  <a:pt x="578" y="449"/>
                  <a:pt x="449" y="578"/>
                  <a:pt x="289" y="578"/>
                </a:cubicBezTo>
                <a:lnTo>
                  <a:pt x="289" y="578"/>
                </a:lnTo>
                <a:cubicBezTo>
                  <a:pt x="129" y="578"/>
                  <a:pt x="0" y="449"/>
                  <a:pt x="0" y="289"/>
                </a:cubicBezTo>
              </a:path>
            </a:pathLst>
          </a:custGeom>
          <a:solidFill>
            <a:srgbClr val="C9DA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0" name="path 1540"/>
          <p:cNvSpPr/>
          <p:nvPr/>
        </p:nvSpPr>
        <p:spPr>
          <a:xfrm>
            <a:off x="2490474" y="2490474"/>
            <a:ext cx="697175" cy="1041875"/>
          </a:xfrm>
          <a:custGeom>
            <a:avLst/>
            <a:gdLst/>
            <a:ahLst/>
            <a:cxnLst/>
            <a:rect l="0" t="0" r="0" b="0"/>
            <a:pathLst>
              <a:path w="1097" h="1640">
                <a:moveTo>
                  <a:pt x="504" y="1336"/>
                </a:moveTo>
                <a:lnTo>
                  <a:pt x="504" y="1336"/>
                </a:lnTo>
                <a:cubicBezTo>
                  <a:pt x="504" y="1176"/>
                  <a:pt x="633" y="1047"/>
                  <a:pt x="793" y="1047"/>
                </a:cubicBezTo>
                <a:lnTo>
                  <a:pt x="793" y="1047"/>
                </a:lnTo>
                <a:cubicBezTo>
                  <a:pt x="870" y="1047"/>
                  <a:pt x="943" y="1077"/>
                  <a:pt x="998" y="1131"/>
                </a:cubicBezTo>
                <a:cubicBezTo>
                  <a:pt x="1052" y="1186"/>
                  <a:pt x="1082" y="1259"/>
                  <a:pt x="1082" y="1336"/>
                </a:cubicBezTo>
                <a:lnTo>
                  <a:pt x="1082" y="1336"/>
                </a:lnTo>
                <a:cubicBezTo>
                  <a:pt x="1082" y="1496"/>
                  <a:pt x="953" y="1625"/>
                  <a:pt x="793" y="1625"/>
                </a:cubicBezTo>
                <a:lnTo>
                  <a:pt x="793" y="1625"/>
                </a:lnTo>
                <a:cubicBezTo>
                  <a:pt x="633" y="1625"/>
                  <a:pt x="504" y="1496"/>
                  <a:pt x="504" y="1336"/>
                </a:cubicBez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2" name="path 1542"/>
          <p:cNvSpPr/>
          <p:nvPr/>
        </p:nvSpPr>
        <p:spPr>
          <a:xfrm>
            <a:off x="2810624" y="4476374"/>
            <a:ext cx="367500" cy="367500"/>
          </a:xfrm>
          <a:custGeom>
            <a:avLst/>
            <a:gdLst/>
            <a:ahLst/>
            <a:cxnLst/>
            <a:rect l="0" t="0" r="0" b="0"/>
            <a:pathLst>
              <a:path w="578" h="578">
                <a:moveTo>
                  <a:pt x="0" y="289"/>
                </a:moveTo>
                <a:lnTo>
                  <a:pt x="0" y="289"/>
                </a:lnTo>
                <a:cubicBezTo>
                  <a:pt x="0" y="129"/>
                  <a:pt x="129" y="0"/>
                  <a:pt x="289" y="0"/>
                </a:cubicBezTo>
                <a:lnTo>
                  <a:pt x="289" y="0"/>
                </a:lnTo>
                <a:cubicBezTo>
                  <a:pt x="366" y="0"/>
                  <a:pt x="439" y="30"/>
                  <a:pt x="493" y="84"/>
                </a:cubicBezTo>
                <a:cubicBezTo>
                  <a:pt x="548" y="139"/>
                  <a:pt x="578" y="212"/>
                  <a:pt x="578" y="289"/>
                </a:cubicBezTo>
                <a:lnTo>
                  <a:pt x="578" y="289"/>
                </a:lnTo>
                <a:cubicBezTo>
                  <a:pt x="578" y="449"/>
                  <a:pt x="449" y="578"/>
                  <a:pt x="289" y="578"/>
                </a:cubicBezTo>
                <a:lnTo>
                  <a:pt x="289" y="578"/>
                </a:lnTo>
                <a:cubicBezTo>
                  <a:pt x="129" y="578"/>
                  <a:pt x="0" y="449"/>
                  <a:pt x="0" y="289"/>
                </a:cubicBezTo>
              </a:path>
            </a:pathLst>
          </a:custGeom>
          <a:solidFill>
            <a:srgbClr val="C9DA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38" name="group 138"/>
          <p:cNvGrpSpPr/>
          <p:nvPr/>
        </p:nvGrpSpPr>
        <p:grpSpPr>
          <a:xfrm rot="21600000">
            <a:off x="2490474" y="2490474"/>
            <a:ext cx="697175" cy="2362925"/>
            <a:chOff x="0" y="0"/>
            <a:chExt cx="697175" cy="2362925"/>
          </a:xfrm>
        </p:grpSpPr>
        <p:sp>
          <p:nvSpPr>
            <p:cNvPr id="1544" name="path 1544"/>
            <p:cNvSpPr/>
            <p:nvPr/>
          </p:nvSpPr>
          <p:spPr>
            <a:xfrm>
              <a:off x="0" y="0"/>
              <a:ext cx="697175" cy="2362925"/>
            </a:xfrm>
            <a:custGeom>
              <a:avLst/>
              <a:gdLst/>
              <a:ahLst/>
              <a:cxnLst/>
              <a:rect l="0" t="0" r="0" b="0"/>
              <a:pathLst>
                <a:path w="1097" h="3721">
                  <a:moveTo>
                    <a:pt x="504" y="3416"/>
                  </a:moveTo>
                  <a:lnTo>
                    <a:pt x="504" y="3416"/>
                  </a:lnTo>
                  <a:cubicBezTo>
                    <a:pt x="504" y="3256"/>
                    <a:pt x="633" y="3127"/>
                    <a:pt x="793" y="3127"/>
                  </a:cubicBezTo>
                  <a:lnTo>
                    <a:pt x="793" y="3127"/>
                  </a:lnTo>
                  <a:cubicBezTo>
                    <a:pt x="870" y="3127"/>
                    <a:pt x="943" y="3157"/>
                    <a:pt x="998" y="3212"/>
                  </a:cubicBezTo>
                  <a:cubicBezTo>
                    <a:pt x="1052" y="3266"/>
                    <a:pt x="1082" y="3340"/>
                    <a:pt x="1082" y="3416"/>
                  </a:cubicBezTo>
                  <a:lnTo>
                    <a:pt x="1082" y="3416"/>
                  </a:lnTo>
                  <a:cubicBezTo>
                    <a:pt x="1082" y="3576"/>
                    <a:pt x="953" y="3706"/>
                    <a:pt x="793" y="3706"/>
                  </a:cubicBezTo>
                  <a:lnTo>
                    <a:pt x="793" y="3706"/>
                  </a:lnTo>
                  <a:cubicBezTo>
                    <a:pt x="633" y="3706"/>
                    <a:pt x="504" y="3576"/>
                    <a:pt x="504" y="3416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46" name="path 1546"/>
            <p:cNvSpPr/>
            <p:nvPr/>
          </p:nvSpPr>
          <p:spPr>
            <a:xfrm>
              <a:off x="192951" y="778686"/>
              <a:ext cx="101157" cy="72127"/>
            </a:xfrm>
            <a:custGeom>
              <a:avLst/>
              <a:gdLst/>
              <a:ahLst/>
              <a:cxnLst/>
              <a:rect l="0" t="0" r="0" b="0"/>
              <a:pathLst>
                <a:path w="159" h="113">
                  <a:moveTo>
                    <a:pt x="14" y="98"/>
                  </a:moveTo>
                  <a:lnTo>
                    <a:pt x="159" y="96"/>
                  </a:lnTo>
                  <a:moveTo>
                    <a:pt x="46" y="4"/>
                  </a:moveTo>
                  <a:lnTo>
                    <a:pt x="14" y="9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48" name="path 1548"/>
          <p:cNvSpPr/>
          <p:nvPr/>
        </p:nvSpPr>
        <p:spPr>
          <a:xfrm>
            <a:off x="2490474" y="2490474"/>
            <a:ext cx="308132" cy="840629"/>
          </a:xfrm>
          <a:custGeom>
            <a:avLst/>
            <a:gdLst/>
            <a:ahLst/>
            <a:cxnLst/>
            <a:rect l="0" t="0" r="0" b="0"/>
            <a:pathLst>
              <a:path w="485" h="1323">
                <a:moveTo>
                  <a:pt x="333" y="1261"/>
                </a:moveTo>
                <a:moveTo>
                  <a:pt x="333" y="1261"/>
                </a:moveTo>
                <a:lnTo>
                  <a:pt x="470" y="1308"/>
                </a:lnTo>
                <a:lnTo>
                  <a:pt x="395" y="1184"/>
                </a:lnTo>
                <a:lnTo>
                  <a:pt x="333" y="1261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40" name="group 140"/>
          <p:cNvGrpSpPr/>
          <p:nvPr/>
        </p:nvGrpSpPr>
        <p:grpSpPr>
          <a:xfrm rot="21600000">
            <a:off x="1509392" y="2290506"/>
            <a:ext cx="1287847" cy="2274045"/>
            <a:chOff x="0" y="0"/>
            <a:chExt cx="1287847" cy="2274045"/>
          </a:xfrm>
        </p:grpSpPr>
        <p:sp>
          <p:nvSpPr>
            <p:cNvPr id="1550" name="path 1550"/>
            <p:cNvSpPr/>
            <p:nvPr/>
          </p:nvSpPr>
          <p:spPr>
            <a:xfrm>
              <a:off x="1185249" y="946299"/>
              <a:ext cx="102597" cy="93784"/>
            </a:xfrm>
            <a:custGeom>
              <a:avLst/>
              <a:gdLst/>
              <a:ahLst/>
              <a:cxnLst/>
              <a:rect l="0" t="0" r="0" b="0"/>
              <a:pathLst>
                <a:path w="161" h="147">
                  <a:moveTo>
                    <a:pt x="11" y="86"/>
                  </a:moveTo>
                  <a:lnTo>
                    <a:pt x="148" y="133"/>
                  </a:lnTo>
                  <a:lnTo>
                    <a:pt x="73" y="9"/>
                  </a:lnTo>
                  <a:lnTo>
                    <a:pt x="11" y="86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52" name="path 1552"/>
            <p:cNvSpPr/>
            <p:nvPr/>
          </p:nvSpPr>
          <p:spPr>
            <a:xfrm>
              <a:off x="0" y="0"/>
              <a:ext cx="1254887" cy="2274045"/>
            </a:xfrm>
            <a:custGeom>
              <a:avLst/>
              <a:gdLst/>
              <a:ahLst/>
              <a:cxnLst/>
              <a:rect l="0" t="0" r="0" b="0"/>
              <a:pathLst>
                <a:path w="1976" h="3581">
                  <a:moveTo>
                    <a:pt x="13" y="7"/>
                  </a:moveTo>
                  <a:lnTo>
                    <a:pt x="1963" y="357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554" name="table 1554"/>
          <p:cNvGraphicFramePr>
            <a:graphicFrameLocks noGrp="1"/>
          </p:cNvGraphicFramePr>
          <p:nvPr/>
        </p:nvGraphicFramePr>
        <p:xfrm>
          <a:off x="1140725" y="2101800"/>
          <a:ext cx="386080" cy="386079"/>
        </p:xfrm>
        <a:graphic>
          <a:graphicData uri="http://schemas.openxmlformats.org/drawingml/2006/table">
            <a:tbl>
              <a:tblPr>
                <a:solidFill>
                  <a:srgbClr val="D9EAD3"/>
                </a:solidFill>
              </a:tblPr>
              <a:tblGrid>
                <a:gridCol w="386080"/>
              </a:tblGrid>
              <a:tr h="3670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i="1" kern="0" spc="30" baseline="1085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1600" kern="0" spc="30" baseline="-1953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600" baseline="-19533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pSp>
        <p:nvGrpSpPr>
          <p:cNvPr id="142" name="group 142"/>
          <p:cNvGrpSpPr/>
          <p:nvPr/>
        </p:nvGrpSpPr>
        <p:grpSpPr>
          <a:xfrm rot="21600000">
            <a:off x="1516624" y="2113914"/>
            <a:ext cx="1275996" cy="190618"/>
            <a:chOff x="0" y="0"/>
            <a:chExt cx="1275996" cy="190618"/>
          </a:xfrm>
        </p:grpSpPr>
        <p:sp>
          <p:nvSpPr>
            <p:cNvPr id="1556" name="path 1556"/>
            <p:cNvSpPr/>
            <p:nvPr/>
          </p:nvSpPr>
          <p:spPr>
            <a:xfrm>
              <a:off x="0" y="31311"/>
              <a:ext cx="1181752" cy="159307"/>
            </a:xfrm>
            <a:custGeom>
              <a:avLst/>
              <a:gdLst/>
              <a:ahLst/>
              <a:cxnLst/>
              <a:rect l="0" t="0" r="0" b="0"/>
              <a:pathLst>
                <a:path w="1861" h="250">
                  <a:moveTo>
                    <a:pt x="1" y="235"/>
                  </a:moveTo>
                  <a:lnTo>
                    <a:pt x="1859" y="1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58" name="path 1558"/>
            <p:cNvSpPr/>
            <p:nvPr/>
          </p:nvSpPr>
          <p:spPr>
            <a:xfrm>
              <a:off x="973850" y="0"/>
              <a:ext cx="302145" cy="81540"/>
            </a:xfrm>
            <a:custGeom>
              <a:avLst/>
              <a:gdLst/>
              <a:ahLst/>
              <a:cxnLst/>
              <a:rect l="0" t="0" r="0" b="0"/>
              <a:pathLst>
                <a:path w="475" h="128">
                  <a:moveTo>
                    <a:pt x="331" y="113"/>
                  </a:moveTo>
                  <a:lnTo>
                    <a:pt x="460" y="48"/>
                  </a:lnTo>
                  <a:lnTo>
                    <a:pt x="319" y="15"/>
                  </a:lnTo>
                  <a:lnTo>
                    <a:pt x="331" y="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60" name="path 1560"/>
          <p:cNvSpPr/>
          <p:nvPr/>
        </p:nvSpPr>
        <p:spPr>
          <a:xfrm>
            <a:off x="1512958" y="2190597"/>
            <a:ext cx="1203802" cy="711659"/>
          </a:xfrm>
          <a:custGeom>
            <a:avLst/>
            <a:gdLst/>
            <a:ahLst/>
            <a:cxnLst/>
            <a:rect l="0" t="0" r="0" b="0"/>
            <a:pathLst>
              <a:path w="1895" h="1120">
                <a:moveTo>
                  <a:pt x="7" y="164"/>
                </a:moveTo>
                <a:lnTo>
                  <a:pt x="1873" y="807"/>
                </a:lnTo>
                <a:moveTo>
                  <a:pt x="7" y="1107"/>
                </a:moveTo>
                <a:lnTo>
                  <a:pt x="1888" y="12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2" name="path 1562"/>
          <p:cNvSpPr/>
          <p:nvPr/>
        </p:nvSpPr>
        <p:spPr>
          <a:xfrm>
            <a:off x="2490474" y="2145810"/>
            <a:ext cx="305731" cy="89736"/>
          </a:xfrm>
          <a:custGeom>
            <a:avLst/>
            <a:gdLst/>
            <a:ahLst/>
            <a:cxnLst/>
            <a:rect l="0" t="0" r="0" b="0"/>
            <a:pathLst>
              <a:path w="481" h="141">
                <a:moveTo>
                  <a:pt x="373" y="126"/>
                </a:moveTo>
                <a:lnTo>
                  <a:pt x="466" y="15"/>
                </a:lnTo>
                <a:lnTo>
                  <a:pt x="323" y="40"/>
                </a:lnTo>
                <a:lnTo>
                  <a:pt x="373" y="12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90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4" name="path 1564"/>
          <p:cNvSpPr/>
          <p:nvPr/>
        </p:nvSpPr>
        <p:spPr>
          <a:xfrm>
            <a:off x="2490474" y="2490474"/>
            <a:ext cx="303468" cy="850815"/>
          </a:xfrm>
          <a:custGeom>
            <a:avLst/>
            <a:gdLst/>
            <a:ahLst/>
            <a:cxnLst/>
            <a:rect l="0" t="0" r="0" b="0"/>
            <a:pathLst>
              <a:path w="477" h="1339">
                <a:moveTo>
                  <a:pt x="318" y="1324"/>
                </a:moveTo>
                <a:moveTo>
                  <a:pt x="318" y="1324"/>
                </a:moveTo>
                <a:lnTo>
                  <a:pt x="462" y="1322"/>
                </a:lnTo>
                <a:lnTo>
                  <a:pt x="350" y="1231"/>
                </a:lnTo>
                <a:lnTo>
                  <a:pt x="318" y="132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6" name="path 1566"/>
          <p:cNvSpPr/>
          <p:nvPr/>
        </p:nvSpPr>
        <p:spPr>
          <a:xfrm>
            <a:off x="2706926" y="3264860"/>
            <a:ext cx="83485" cy="72700"/>
          </a:xfrm>
          <a:custGeom>
            <a:avLst/>
            <a:gdLst/>
            <a:ahLst/>
            <a:cxnLst/>
            <a:rect l="0" t="0" r="0" b="0"/>
            <a:pathLst>
              <a:path w="131" h="114">
                <a:moveTo>
                  <a:pt x="122" y="102"/>
                </a:moveTo>
                <a:lnTo>
                  <a:pt x="9" y="11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8" name="path 1568"/>
          <p:cNvSpPr/>
          <p:nvPr/>
        </p:nvSpPr>
        <p:spPr>
          <a:xfrm>
            <a:off x="2490474" y="2490474"/>
            <a:ext cx="316441" cy="2154888"/>
          </a:xfrm>
          <a:custGeom>
            <a:avLst/>
            <a:gdLst/>
            <a:ahLst/>
            <a:cxnLst/>
            <a:rect l="0" t="0" r="0" b="0"/>
            <a:pathLst>
              <a:path w="498" h="3393">
                <a:moveTo>
                  <a:pt x="374" y="3282"/>
                </a:moveTo>
                <a:moveTo>
                  <a:pt x="374" y="3282"/>
                </a:moveTo>
                <a:lnTo>
                  <a:pt x="483" y="3378"/>
                </a:lnTo>
                <a:lnTo>
                  <a:pt x="461" y="3235"/>
                </a:lnTo>
                <a:lnTo>
                  <a:pt x="374" y="328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70" name="path 1570"/>
          <p:cNvSpPr/>
          <p:nvPr/>
        </p:nvSpPr>
        <p:spPr>
          <a:xfrm>
            <a:off x="2722022" y="4536532"/>
            <a:ext cx="84785" cy="106458"/>
          </a:xfrm>
          <a:custGeom>
            <a:avLst/>
            <a:gdLst/>
            <a:ahLst/>
            <a:cxnLst/>
            <a:rect l="0" t="0" r="0" b="0"/>
            <a:pathLst>
              <a:path w="133" h="167">
                <a:moveTo>
                  <a:pt x="9" y="60"/>
                </a:moveTo>
                <a:lnTo>
                  <a:pt x="118" y="156"/>
                </a:lnTo>
                <a:lnTo>
                  <a:pt x="96" y="13"/>
                </a:lnTo>
                <a:lnTo>
                  <a:pt x="9" y="6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44" name="group 144"/>
          <p:cNvGrpSpPr/>
          <p:nvPr/>
        </p:nvGrpSpPr>
        <p:grpSpPr>
          <a:xfrm rot="21600000">
            <a:off x="1510064" y="2888398"/>
            <a:ext cx="1293380" cy="1757171"/>
            <a:chOff x="0" y="0"/>
            <a:chExt cx="1293380" cy="1757171"/>
          </a:xfrm>
        </p:grpSpPr>
        <p:sp>
          <p:nvSpPr>
            <p:cNvPr id="1572" name="path 1572"/>
            <p:cNvSpPr/>
            <p:nvPr/>
          </p:nvSpPr>
          <p:spPr>
            <a:xfrm>
              <a:off x="0" y="0"/>
              <a:ext cx="1240850" cy="1685127"/>
            </a:xfrm>
            <a:custGeom>
              <a:avLst/>
              <a:gdLst/>
              <a:ahLst/>
              <a:cxnLst/>
              <a:rect l="0" t="0" r="0" b="0"/>
              <a:pathLst>
                <a:path w="1954" h="2653">
                  <a:moveTo>
                    <a:pt x="12" y="8"/>
                  </a:moveTo>
                  <a:lnTo>
                    <a:pt x="1941" y="264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74" name="path 1574"/>
            <p:cNvSpPr/>
            <p:nvPr/>
          </p:nvSpPr>
          <p:spPr>
            <a:xfrm>
              <a:off x="1202149" y="1653228"/>
              <a:ext cx="91230" cy="103943"/>
            </a:xfrm>
            <a:custGeom>
              <a:avLst/>
              <a:gdLst/>
              <a:ahLst/>
              <a:cxnLst/>
              <a:rect l="0" t="0" r="0" b="0"/>
              <a:pathLst>
                <a:path w="143" h="163">
                  <a:moveTo>
                    <a:pt x="8" y="70"/>
                  </a:moveTo>
                  <a:lnTo>
                    <a:pt x="129" y="151"/>
                  </a:lnTo>
                  <a:lnTo>
                    <a:pt x="88" y="12"/>
                  </a:lnTo>
                  <a:lnTo>
                    <a:pt x="8" y="7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576" name="table 1576"/>
          <p:cNvGraphicFramePr>
            <a:graphicFrameLocks noGrp="1"/>
          </p:cNvGraphicFramePr>
          <p:nvPr/>
        </p:nvGraphicFramePr>
        <p:xfrm>
          <a:off x="1140725" y="2700750"/>
          <a:ext cx="386080" cy="386079"/>
        </p:xfrm>
        <a:graphic>
          <a:graphicData uri="http://schemas.openxmlformats.org/drawingml/2006/table">
            <a:tbl>
              <a:tblPr>
                <a:solidFill>
                  <a:srgbClr val="D9EAD3"/>
                </a:solidFill>
              </a:tblPr>
              <a:tblGrid>
                <a:gridCol w="386080"/>
              </a:tblGrid>
              <a:tr h="3670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i="1" kern="0" spc="30" baseline="1085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1600" kern="0" spc="30" baseline="-1953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600" baseline="-19533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pSp>
        <p:nvGrpSpPr>
          <p:cNvPr id="146" name="group 146"/>
          <p:cNvGrpSpPr/>
          <p:nvPr/>
        </p:nvGrpSpPr>
        <p:grpSpPr>
          <a:xfrm rot="21600000">
            <a:off x="1516624" y="2490474"/>
            <a:ext cx="1275996" cy="413008"/>
            <a:chOff x="0" y="0"/>
            <a:chExt cx="1275996" cy="413008"/>
          </a:xfrm>
        </p:grpSpPr>
        <p:sp>
          <p:nvSpPr>
            <p:cNvPr id="1578" name="path 1578"/>
            <p:cNvSpPr/>
            <p:nvPr/>
          </p:nvSpPr>
          <p:spPr>
            <a:xfrm>
              <a:off x="0" y="253700"/>
              <a:ext cx="1181752" cy="159307"/>
            </a:xfrm>
            <a:custGeom>
              <a:avLst/>
              <a:gdLst/>
              <a:ahLst/>
              <a:cxnLst/>
              <a:rect l="0" t="0" r="0" b="0"/>
              <a:pathLst>
                <a:path w="1861" h="250">
                  <a:moveTo>
                    <a:pt x="1" y="235"/>
                  </a:moveTo>
                  <a:lnTo>
                    <a:pt x="1859" y="1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80" name="path 1580"/>
            <p:cNvSpPr/>
            <p:nvPr/>
          </p:nvSpPr>
          <p:spPr>
            <a:xfrm>
              <a:off x="973850" y="0"/>
              <a:ext cx="302145" cy="303929"/>
            </a:xfrm>
            <a:custGeom>
              <a:avLst/>
              <a:gdLst/>
              <a:ahLst/>
              <a:cxnLst/>
              <a:rect l="0" t="0" r="0" b="0"/>
              <a:pathLst>
                <a:path w="475" h="478">
                  <a:moveTo>
                    <a:pt x="331" y="463"/>
                  </a:moveTo>
                  <a:lnTo>
                    <a:pt x="460" y="398"/>
                  </a:lnTo>
                  <a:lnTo>
                    <a:pt x="319" y="365"/>
                  </a:lnTo>
                  <a:lnTo>
                    <a:pt x="331" y="46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82" name="path 1582"/>
          <p:cNvSpPr/>
          <p:nvPr/>
        </p:nvSpPr>
        <p:spPr>
          <a:xfrm>
            <a:off x="2490474" y="2490474"/>
            <a:ext cx="313348" cy="2156704"/>
          </a:xfrm>
          <a:custGeom>
            <a:avLst/>
            <a:gdLst/>
            <a:ahLst/>
            <a:cxnLst/>
            <a:rect l="0" t="0" r="0" b="0"/>
            <a:pathLst>
              <a:path w="493" h="3396">
                <a:moveTo>
                  <a:pt x="358" y="3300"/>
                </a:moveTo>
                <a:moveTo>
                  <a:pt x="358" y="3300"/>
                </a:moveTo>
                <a:lnTo>
                  <a:pt x="478" y="3381"/>
                </a:lnTo>
                <a:lnTo>
                  <a:pt x="438" y="3242"/>
                </a:lnTo>
                <a:lnTo>
                  <a:pt x="358" y="330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48" name="group 148"/>
          <p:cNvGrpSpPr/>
          <p:nvPr/>
        </p:nvGrpSpPr>
        <p:grpSpPr>
          <a:xfrm rot="21600000">
            <a:off x="1511367" y="3485905"/>
            <a:ext cx="1287127" cy="1164534"/>
            <a:chOff x="0" y="0"/>
            <a:chExt cx="1287127" cy="1164534"/>
          </a:xfrm>
        </p:grpSpPr>
        <p:sp>
          <p:nvSpPr>
            <p:cNvPr id="1584" name="path 1584"/>
            <p:cNvSpPr/>
            <p:nvPr/>
          </p:nvSpPr>
          <p:spPr>
            <a:xfrm>
              <a:off x="0" y="0"/>
              <a:ext cx="1220924" cy="1104846"/>
            </a:xfrm>
            <a:custGeom>
              <a:avLst/>
              <a:gdLst/>
              <a:ahLst/>
              <a:cxnLst/>
              <a:rect l="0" t="0" r="0" b="0"/>
              <a:pathLst>
                <a:path w="1922" h="1739">
                  <a:moveTo>
                    <a:pt x="10" y="11"/>
                  </a:moveTo>
                  <a:lnTo>
                    <a:pt x="1912" y="172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86" name="path 1586"/>
            <p:cNvSpPr/>
            <p:nvPr/>
          </p:nvSpPr>
          <p:spPr>
            <a:xfrm>
              <a:off x="1186386" y="1068038"/>
              <a:ext cx="100740" cy="96496"/>
            </a:xfrm>
            <a:custGeom>
              <a:avLst/>
              <a:gdLst/>
              <a:ahLst/>
              <a:cxnLst/>
              <a:rect l="0" t="0" r="0" b="0"/>
              <a:pathLst>
                <a:path w="158" h="151">
                  <a:moveTo>
                    <a:pt x="11" y="83"/>
                  </a:moveTo>
                  <a:lnTo>
                    <a:pt x="145" y="138"/>
                  </a:lnTo>
                  <a:lnTo>
                    <a:pt x="77" y="10"/>
                  </a:lnTo>
                  <a:lnTo>
                    <a:pt x="11" y="8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588" name="table 1588"/>
          <p:cNvGraphicFramePr>
            <a:graphicFrameLocks noGrp="1"/>
          </p:cNvGraphicFramePr>
          <p:nvPr/>
        </p:nvGraphicFramePr>
        <p:xfrm>
          <a:off x="1140725" y="3299700"/>
          <a:ext cx="386080" cy="386080"/>
        </p:xfrm>
        <a:graphic>
          <a:graphicData uri="http://schemas.openxmlformats.org/drawingml/2006/table">
            <a:tbl>
              <a:tblPr>
                <a:solidFill>
                  <a:srgbClr val="D9EAD3"/>
                </a:solidFill>
              </a:tblPr>
              <a:tblGrid>
                <a:gridCol w="386080"/>
              </a:tblGrid>
              <a:tr h="3670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i="1" kern="0" spc="30" baseline="1085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1600" kern="0" spc="30" baseline="-1953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600" baseline="-19533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590" name="path 1590"/>
          <p:cNvSpPr/>
          <p:nvPr/>
        </p:nvSpPr>
        <p:spPr>
          <a:xfrm>
            <a:off x="1510866" y="2217189"/>
            <a:ext cx="1227760" cy="1282369"/>
          </a:xfrm>
          <a:custGeom>
            <a:avLst/>
            <a:gdLst/>
            <a:ahLst/>
            <a:cxnLst/>
            <a:rect l="0" t="0" r="0" b="0"/>
            <a:pathLst>
              <a:path w="1933" h="2019">
                <a:moveTo>
                  <a:pt x="10" y="2009"/>
                </a:moveTo>
                <a:lnTo>
                  <a:pt x="1922" y="10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2" name="path 1592"/>
          <p:cNvSpPr/>
          <p:nvPr/>
        </p:nvSpPr>
        <p:spPr>
          <a:xfrm>
            <a:off x="2490474" y="2151775"/>
            <a:ext cx="310550" cy="103272"/>
          </a:xfrm>
          <a:custGeom>
            <a:avLst/>
            <a:gdLst/>
            <a:ahLst/>
            <a:cxnLst/>
            <a:rect l="0" t="0" r="0" b="0"/>
            <a:pathLst>
              <a:path w="489" h="162">
                <a:moveTo>
                  <a:pt x="415" y="147"/>
                </a:moveTo>
                <a:lnTo>
                  <a:pt x="474" y="15"/>
                </a:lnTo>
                <a:lnTo>
                  <a:pt x="344" y="79"/>
                </a:lnTo>
                <a:lnTo>
                  <a:pt x="415" y="14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90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4" name="path 1594"/>
          <p:cNvSpPr/>
          <p:nvPr/>
        </p:nvSpPr>
        <p:spPr>
          <a:xfrm>
            <a:off x="1512958" y="2789547"/>
            <a:ext cx="1203802" cy="711659"/>
          </a:xfrm>
          <a:custGeom>
            <a:avLst/>
            <a:gdLst/>
            <a:ahLst/>
            <a:cxnLst/>
            <a:rect l="0" t="0" r="0" b="0"/>
            <a:pathLst>
              <a:path w="1895" h="1120">
                <a:moveTo>
                  <a:pt x="7" y="164"/>
                </a:moveTo>
                <a:lnTo>
                  <a:pt x="1873" y="807"/>
                </a:lnTo>
                <a:moveTo>
                  <a:pt x="7" y="1107"/>
                </a:moveTo>
                <a:lnTo>
                  <a:pt x="1888" y="12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6" name="path 1596"/>
          <p:cNvSpPr/>
          <p:nvPr/>
        </p:nvSpPr>
        <p:spPr>
          <a:xfrm>
            <a:off x="2490474" y="2490474"/>
            <a:ext cx="305731" cy="344022"/>
          </a:xfrm>
          <a:custGeom>
            <a:avLst/>
            <a:gdLst/>
            <a:ahLst/>
            <a:cxnLst/>
            <a:rect l="0" t="0" r="0" b="0"/>
            <a:pathLst>
              <a:path w="481" h="541">
                <a:moveTo>
                  <a:pt x="373" y="526"/>
                </a:moveTo>
                <a:lnTo>
                  <a:pt x="466" y="415"/>
                </a:lnTo>
                <a:lnTo>
                  <a:pt x="323" y="441"/>
                </a:lnTo>
                <a:lnTo>
                  <a:pt x="373" y="52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90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8" name="path 1598"/>
          <p:cNvSpPr/>
          <p:nvPr/>
        </p:nvSpPr>
        <p:spPr>
          <a:xfrm>
            <a:off x="2490474" y="2490474"/>
            <a:ext cx="302145" cy="902878"/>
          </a:xfrm>
          <a:custGeom>
            <a:avLst/>
            <a:gdLst/>
            <a:ahLst/>
            <a:cxnLst/>
            <a:rect l="0" t="0" r="0" b="0"/>
            <a:pathLst>
              <a:path w="475" h="1421">
                <a:moveTo>
                  <a:pt x="331" y="1406"/>
                </a:moveTo>
                <a:moveTo>
                  <a:pt x="331" y="1406"/>
                </a:moveTo>
                <a:lnTo>
                  <a:pt x="460" y="1341"/>
                </a:lnTo>
                <a:lnTo>
                  <a:pt x="319" y="1308"/>
                </a:lnTo>
                <a:lnTo>
                  <a:pt x="331" y="140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50" name="group 150"/>
          <p:cNvGrpSpPr/>
          <p:nvPr/>
        </p:nvGrpSpPr>
        <p:grpSpPr>
          <a:xfrm rot="21600000">
            <a:off x="1516624" y="3312066"/>
            <a:ext cx="1270764" cy="190366"/>
            <a:chOff x="0" y="0"/>
            <a:chExt cx="1270764" cy="190366"/>
          </a:xfrm>
        </p:grpSpPr>
        <p:sp>
          <p:nvSpPr>
            <p:cNvPr id="1600" name="path 1600"/>
            <p:cNvSpPr/>
            <p:nvPr/>
          </p:nvSpPr>
          <p:spPr>
            <a:xfrm>
              <a:off x="0" y="31059"/>
              <a:ext cx="1181752" cy="159306"/>
            </a:xfrm>
            <a:custGeom>
              <a:avLst/>
              <a:gdLst/>
              <a:ahLst/>
              <a:cxnLst/>
              <a:rect l="0" t="0" r="0" b="0"/>
              <a:pathLst>
                <a:path w="1861" h="250">
                  <a:moveTo>
                    <a:pt x="1" y="235"/>
                  </a:moveTo>
                  <a:lnTo>
                    <a:pt x="1859" y="1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2" name="path 1602"/>
            <p:cNvSpPr/>
            <p:nvPr/>
          </p:nvSpPr>
          <p:spPr>
            <a:xfrm>
              <a:off x="1167449" y="0"/>
              <a:ext cx="103314" cy="80265"/>
            </a:xfrm>
            <a:custGeom>
              <a:avLst/>
              <a:gdLst/>
              <a:ahLst/>
              <a:cxnLst/>
              <a:rect l="0" t="0" r="0" b="0"/>
              <a:pathLst>
                <a:path w="162" h="126">
                  <a:moveTo>
                    <a:pt x="26" y="113"/>
                  </a:moveTo>
                  <a:lnTo>
                    <a:pt x="155" y="47"/>
                  </a:lnTo>
                  <a:lnTo>
                    <a:pt x="14" y="14"/>
                  </a:lnTo>
                  <a:lnTo>
                    <a:pt x="26" y="1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52" name="group 152"/>
          <p:cNvGrpSpPr/>
          <p:nvPr/>
        </p:nvGrpSpPr>
        <p:grpSpPr>
          <a:xfrm rot="21600000">
            <a:off x="1509498" y="2235428"/>
            <a:ext cx="1290104" cy="2415708"/>
            <a:chOff x="0" y="0"/>
            <a:chExt cx="1290104" cy="2415708"/>
          </a:xfrm>
        </p:grpSpPr>
        <p:sp>
          <p:nvSpPr>
            <p:cNvPr id="1604" name="path 1604"/>
            <p:cNvSpPr/>
            <p:nvPr/>
          </p:nvSpPr>
          <p:spPr>
            <a:xfrm>
              <a:off x="980975" y="255046"/>
              <a:ext cx="309128" cy="2160662"/>
            </a:xfrm>
            <a:custGeom>
              <a:avLst/>
              <a:gdLst/>
              <a:ahLst/>
              <a:cxnLst/>
              <a:rect l="0" t="0" r="0" b="0"/>
              <a:pathLst>
                <a:path w="486" h="3402">
                  <a:moveTo>
                    <a:pt x="337" y="3333"/>
                  </a:moveTo>
                  <a:moveTo>
                    <a:pt x="337" y="3333"/>
                  </a:moveTo>
                  <a:lnTo>
                    <a:pt x="471" y="3387"/>
                  </a:lnTo>
                  <a:lnTo>
                    <a:pt x="403" y="3259"/>
                  </a:lnTo>
                  <a:lnTo>
                    <a:pt x="337" y="333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6" name="path 1606"/>
            <p:cNvSpPr/>
            <p:nvPr/>
          </p:nvSpPr>
          <p:spPr>
            <a:xfrm>
              <a:off x="0" y="0"/>
              <a:ext cx="1252397" cy="2152404"/>
            </a:xfrm>
            <a:custGeom>
              <a:avLst/>
              <a:gdLst/>
              <a:ahLst/>
              <a:cxnLst/>
              <a:rect l="0" t="0" r="0" b="0"/>
              <a:pathLst>
                <a:path w="1972" h="3389">
                  <a:moveTo>
                    <a:pt x="12" y="3382"/>
                  </a:moveTo>
                  <a:lnTo>
                    <a:pt x="1959" y="7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608" name="table 1608"/>
          <p:cNvGraphicFramePr>
            <a:graphicFrameLocks noGrp="1"/>
          </p:cNvGraphicFramePr>
          <p:nvPr/>
        </p:nvGraphicFramePr>
        <p:xfrm>
          <a:off x="5513062" y="2408700"/>
          <a:ext cx="1006474" cy="2008504"/>
        </p:xfrm>
        <a:graphic>
          <a:graphicData uri="http://schemas.openxmlformats.org/drawingml/2006/table">
            <a:tbl>
              <a:tblPr>
                <a:solidFill>
                  <a:srgbClr val="C9DAF8"/>
                </a:solidFill>
              </a:tblPr>
              <a:tblGrid>
                <a:gridCol w="1006474"/>
              </a:tblGrid>
              <a:tr h="19894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1640" algn="l" rtl="0" eaLnBrk="0">
                        <a:lnSpc>
                          <a:spcPct val="8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b="1" i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77000"/>
                        </a:lnSpc>
                        <a:spcBef>
                          <a:spcPts val="371"/>
                        </a:spcBef>
                        <a:tabLst/>
                      </a:pPr>
                      <a:r>
                        <a:rPr sz="1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(64x32)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pSp>
        <p:nvGrpSpPr>
          <p:cNvPr id="154" name="group 154"/>
          <p:cNvGrpSpPr/>
          <p:nvPr/>
        </p:nvGrpSpPr>
        <p:grpSpPr>
          <a:xfrm rot="21600000">
            <a:off x="1515753" y="4373761"/>
            <a:ext cx="1272827" cy="302754"/>
            <a:chOff x="0" y="0"/>
            <a:chExt cx="1272827" cy="302754"/>
          </a:xfrm>
        </p:grpSpPr>
        <p:sp>
          <p:nvSpPr>
            <p:cNvPr id="1610" name="path 1610"/>
            <p:cNvSpPr/>
            <p:nvPr/>
          </p:nvSpPr>
          <p:spPr>
            <a:xfrm>
              <a:off x="0" y="0"/>
              <a:ext cx="1185232" cy="271866"/>
            </a:xfrm>
            <a:custGeom>
              <a:avLst/>
              <a:gdLst/>
              <a:ahLst/>
              <a:cxnLst/>
              <a:rect l="0" t="0" r="0" b="0"/>
              <a:pathLst>
                <a:path w="1866" h="428">
                  <a:moveTo>
                    <a:pt x="3" y="14"/>
                  </a:moveTo>
                  <a:lnTo>
                    <a:pt x="1863" y="4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12" name="path 1612"/>
            <p:cNvSpPr/>
            <p:nvPr/>
          </p:nvSpPr>
          <p:spPr>
            <a:xfrm>
              <a:off x="1167326" y="223718"/>
              <a:ext cx="105500" cy="79036"/>
            </a:xfrm>
            <a:custGeom>
              <a:avLst/>
              <a:gdLst/>
              <a:ahLst/>
              <a:cxnLst/>
              <a:rect l="0" t="0" r="0" b="0"/>
              <a:pathLst>
                <a:path w="166" h="124">
                  <a:moveTo>
                    <a:pt x="14" y="109"/>
                  </a:moveTo>
                  <a:lnTo>
                    <a:pt x="158" y="89"/>
                  </a:lnTo>
                  <a:lnTo>
                    <a:pt x="35" y="12"/>
                  </a:lnTo>
                  <a:lnTo>
                    <a:pt x="14" y="109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614" name="table 1614"/>
          <p:cNvGraphicFramePr>
            <a:graphicFrameLocks noGrp="1"/>
          </p:cNvGraphicFramePr>
          <p:nvPr/>
        </p:nvGraphicFramePr>
        <p:xfrm>
          <a:off x="1140725" y="4189800"/>
          <a:ext cx="386080" cy="386080"/>
        </p:xfrm>
        <a:graphic>
          <a:graphicData uri="http://schemas.openxmlformats.org/drawingml/2006/table">
            <a:tbl>
              <a:tblPr>
                <a:solidFill>
                  <a:srgbClr val="D9EAD3"/>
                </a:solidFill>
              </a:tblPr>
              <a:tblGrid>
                <a:gridCol w="386080"/>
              </a:tblGrid>
              <a:tr h="3670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2000" i="1" kern="0" spc="0" baseline="1302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1200" kern="0" spc="0" baseline="-13022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  <a:endParaRPr sz="1200" baseline="-13022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616" name="path 1616"/>
          <p:cNvSpPr/>
          <p:nvPr/>
        </p:nvSpPr>
        <p:spPr>
          <a:xfrm>
            <a:off x="1510264" y="2823907"/>
            <a:ext cx="1237286" cy="1565057"/>
          </a:xfrm>
          <a:custGeom>
            <a:avLst/>
            <a:gdLst/>
            <a:ahLst/>
            <a:cxnLst/>
            <a:rect l="0" t="0" r="0" b="0"/>
            <a:pathLst>
              <a:path w="1948" h="2464">
                <a:moveTo>
                  <a:pt x="11" y="2455"/>
                </a:moveTo>
                <a:lnTo>
                  <a:pt x="1936" y="9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18" name="path 1618"/>
          <p:cNvSpPr/>
          <p:nvPr/>
        </p:nvSpPr>
        <p:spPr>
          <a:xfrm>
            <a:off x="1511766" y="3403469"/>
            <a:ext cx="1216037" cy="987017"/>
          </a:xfrm>
          <a:custGeom>
            <a:avLst/>
            <a:gdLst/>
            <a:ahLst/>
            <a:cxnLst/>
            <a:rect l="0" t="0" r="0" b="0"/>
            <a:pathLst>
              <a:path w="1915" h="1554">
                <a:moveTo>
                  <a:pt x="9" y="1542"/>
                </a:moveTo>
                <a:lnTo>
                  <a:pt x="1905" y="11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0" name="rect 1620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2" name="path 1622"/>
          <p:cNvSpPr/>
          <p:nvPr/>
        </p:nvSpPr>
        <p:spPr>
          <a:xfrm>
            <a:off x="2490474" y="1947799"/>
            <a:ext cx="1937874" cy="2905650"/>
          </a:xfrm>
          <a:custGeom>
            <a:avLst/>
            <a:gdLst/>
            <a:ahLst/>
            <a:cxnLst/>
            <a:rect l="0" t="0" r="0" b="0"/>
            <a:pathLst>
              <a:path w="3051" h="4575">
                <a:moveTo>
                  <a:pt x="2708" y="15"/>
                </a:moveTo>
                <a:lnTo>
                  <a:pt x="2708" y="15"/>
                </a:lnTo>
                <a:cubicBezTo>
                  <a:pt x="2751" y="15"/>
                  <a:pt x="2793" y="32"/>
                  <a:pt x="2824" y="63"/>
                </a:cubicBezTo>
                <a:cubicBezTo>
                  <a:pt x="2855" y="93"/>
                  <a:pt x="2872" y="135"/>
                  <a:pt x="2872" y="179"/>
                </a:cubicBezTo>
                <a:lnTo>
                  <a:pt x="2872" y="2123"/>
                </a:lnTo>
                <a:cubicBezTo>
                  <a:pt x="2872" y="2214"/>
                  <a:pt x="2946" y="2287"/>
                  <a:pt x="3036" y="2287"/>
                </a:cubicBezTo>
                <a:lnTo>
                  <a:pt x="3036" y="2287"/>
                </a:lnTo>
                <a:cubicBezTo>
                  <a:pt x="2946" y="2287"/>
                  <a:pt x="2872" y="2361"/>
                  <a:pt x="2872" y="2452"/>
                </a:cubicBezTo>
                <a:lnTo>
                  <a:pt x="2872" y="4396"/>
                </a:lnTo>
                <a:cubicBezTo>
                  <a:pt x="2872" y="4487"/>
                  <a:pt x="2799" y="4560"/>
                  <a:pt x="2708" y="4560"/>
                </a:cubicBez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624" name="table 1624"/>
          <p:cNvGraphicFramePr>
            <a:graphicFrameLocks noGrp="1"/>
          </p:cNvGraphicFramePr>
          <p:nvPr/>
        </p:nvGraphicFramePr>
        <p:xfrm>
          <a:off x="7708824" y="2408700"/>
          <a:ext cx="306069" cy="2008504"/>
        </p:xfrm>
        <a:graphic>
          <a:graphicData uri="http://schemas.openxmlformats.org/drawingml/2006/table">
            <a:tbl>
              <a:tblPr>
                <a:solidFill>
                  <a:srgbClr val="C9DAF8"/>
                </a:solidFill>
              </a:tblPr>
              <a:tblGrid>
                <a:gridCol w="306069"/>
              </a:tblGrid>
              <a:tr h="19894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ts val="2175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b="1" i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26" name="table 1626"/>
          <p:cNvGraphicFramePr>
            <a:graphicFrameLocks noGrp="1"/>
          </p:cNvGraphicFramePr>
          <p:nvPr/>
        </p:nvGraphicFramePr>
        <p:xfrm>
          <a:off x="8456449" y="2383900"/>
          <a:ext cx="306069" cy="2008504"/>
        </p:xfrm>
        <a:graphic>
          <a:graphicData uri="http://schemas.openxmlformats.org/drawingml/2006/table">
            <a:tbl>
              <a:tblPr>
                <a:solidFill>
                  <a:srgbClr val="FFF2CC"/>
                </a:solidFill>
              </a:tblPr>
              <a:tblGrid>
                <a:gridCol w="306069"/>
              </a:tblGrid>
              <a:tr h="19894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6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600" b="1" i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628" name="path 1628"/>
          <p:cNvSpPr/>
          <p:nvPr/>
        </p:nvSpPr>
        <p:spPr>
          <a:xfrm>
            <a:off x="656699" y="2082375"/>
            <a:ext cx="227550" cy="2501550"/>
          </a:xfrm>
          <a:custGeom>
            <a:avLst/>
            <a:gdLst/>
            <a:ahLst/>
            <a:cxnLst/>
            <a:rect l="0" t="0" r="0" b="0"/>
            <a:pathLst>
              <a:path w="358" h="3939">
                <a:moveTo>
                  <a:pt x="343" y="3924"/>
                </a:moveTo>
                <a:cubicBezTo>
                  <a:pt x="252" y="3924"/>
                  <a:pt x="179" y="3850"/>
                  <a:pt x="179" y="3760"/>
                </a:cubicBezTo>
                <a:lnTo>
                  <a:pt x="179" y="2133"/>
                </a:lnTo>
                <a:cubicBezTo>
                  <a:pt x="179" y="2043"/>
                  <a:pt x="105" y="1969"/>
                  <a:pt x="15" y="1969"/>
                </a:cubicBezTo>
                <a:lnTo>
                  <a:pt x="15" y="1969"/>
                </a:lnTo>
                <a:cubicBezTo>
                  <a:pt x="105" y="1969"/>
                  <a:pt x="179" y="1896"/>
                  <a:pt x="179" y="1805"/>
                </a:cubicBezTo>
                <a:lnTo>
                  <a:pt x="179" y="179"/>
                </a:lnTo>
                <a:lnTo>
                  <a:pt x="179" y="179"/>
                </a:lnTo>
                <a:cubicBezTo>
                  <a:pt x="179" y="88"/>
                  <a:pt x="252" y="15"/>
                  <a:pt x="343" y="15"/>
                </a:cubicBez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630" name="table 1630"/>
          <p:cNvGraphicFramePr>
            <a:graphicFrameLocks noGrp="1"/>
          </p:cNvGraphicFramePr>
          <p:nvPr/>
        </p:nvGraphicFramePr>
        <p:xfrm>
          <a:off x="6961199" y="3029249"/>
          <a:ext cx="306069" cy="767080"/>
        </p:xfrm>
        <a:graphic>
          <a:graphicData uri="http://schemas.openxmlformats.org/drawingml/2006/table">
            <a:tbl>
              <a:tblPr>
                <a:solidFill>
                  <a:srgbClr val="D9EAD3"/>
                </a:solidFill>
              </a:tblPr>
              <a:tblGrid>
                <a:gridCol w="306069"/>
              </a:tblGrid>
              <a:tr h="7480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9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66000"/>
                        </a:lnSpc>
                        <a:tabLst/>
                      </a:pPr>
                      <a:r>
                        <a:rPr sz="1600" b="1" i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pSp>
        <p:nvGrpSpPr>
          <p:cNvPr id="156" name="group 156"/>
          <p:cNvGrpSpPr/>
          <p:nvPr/>
        </p:nvGrpSpPr>
        <p:grpSpPr>
          <a:xfrm rot="21600000">
            <a:off x="2490474" y="2490474"/>
            <a:ext cx="697175" cy="442925"/>
            <a:chOff x="0" y="0"/>
            <a:chExt cx="697175" cy="442925"/>
          </a:xfrm>
        </p:grpSpPr>
        <p:sp>
          <p:nvSpPr>
            <p:cNvPr id="1632" name="path 1632"/>
            <p:cNvSpPr/>
            <p:nvPr/>
          </p:nvSpPr>
          <p:spPr>
            <a:xfrm>
              <a:off x="320150" y="65900"/>
              <a:ext cx="367500" cy="367500"/>
            </a:xfrm>
            <a:custGeom>
              <a:avLst/>
              <a:gdLst/>
              <a:ahLst/>
              <a:cxnLst/>
              <a:rect l="0" t="0" r="0" b="0"/>
              <a:pathLst>
                <a:path w="578" h="578">
                  <a:moveTo>
                    <a:pt x="0" y="289"/>
                  </a:moveTo>
                  <a:lnTo>
                    <a:pt x="0" y="289"/>
                  </a:lnTo>
                  <a:cubicBezTo>
                    <a:pt x="0" y="129"/>
                    <a:pt x="129" y="0"/>
                    <a:pt x="289" y="0"/>
                  </a:cubicBezTo>
                  <a:lnTo>
                    <a:pt x="289" y="0"/>
                  </a:lnTo>
                  <a:cubicBezTo>
                    <a:pt x="366" y="0"/>
                    <a:pt x="439" y="30"/>
                    <a:pt x="493" y="84"/>
                  </a:cubicBezTo>
                  <a:cubicBezTo>
                    <a:pt x="548" y="139"/>
                    <a:pt x="578" y="212"/>
                    <a:pt x="578" y="289"/>
                  </a:cubicBezTo>
                  <a:lnTo>
                    <a:pt x="578" y="289"/>
                  </a:lnTo>
                  <a:cubicBezTo>
                    <a:pt x="578" y="449"/>
                    <a:pt x="449" y="578"/>
                    <a:pt x="289" y="578"/>
                  </a:cubicBezTo>
                  <a:lnTo>
                    <a:pt x="289" y="578"/>
                  </a:lnTo>
                  <a:cubicBezTo>
                    <a:pt x="129" y="578"/>
                    <a:pt x="0" y="449"/>
                    <a:pt x="0" y="289"/>
                  </a:cubicBezTo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34" name="path 1634"/>
            <p:cNvSpPr/>
            <p:nvPr/>
          </p:nvSpPr>
          <p:spPr>
            <a:xfrm>
              <a:off x="0" y="0"/>
              <a:ext cx="697175" cy="442925"/>
            </a:xfrm>
            <a:custGeom>
              <a:avLst/>
              <a:gdLst/>
              <a:ahLst/>
              <a:cxnLst/>
              <a:rect l="0" t="0" r="0" b="0"/>
              <a:pathLst>
                <a:path w="1097" h="697">
                  <a:moveTo>
                    <a:pt x="504" y="393"/>
                  </a:moveTo>
                  <a:lnTo>
                    <a:pt x="504" y="393"/>
                  </a:lnTo>
                  <a:cubicBezTo>
                    <a:pt x="504" y="233"/>
                    <a:pt x="633" y="103"/>
                    <a:pt x="793" y="103"/>
                  </a:cubicBezTo>
                  <a:lnTo>
                    <a:pt x="793" y="103"/>
                  </a:lnTo>
                  <a:cubicBezTo>
                    <a:pt x="870" y="103"/>
                    <a:pt x="943" y="134"/>
                    <a:pt x="998" y="188"/>
                  </a:cubicBezTo>
                  <a:cubicBezTo>
                    <a:pt x="1052" y="242"/>
                    <a:pt x="1082" y="316"/>
                    <a:pt x="1082" y="393"/>
                  </a:cubicBezTo>
                  <a:lnTo>
                    <a:pt x="1082" y="393"/>
                  </a:lnTo>
                  <a:cubicBezTo>
                    <a:pt x="1082" y="552"/>
                    <a:pt x="953" y="682"/>
                    <a:pt x="793" y="682"/>
                  </a:cubicBezTo>
                  <a:lnTo>
                    <a:pt x="793" y="682"/>
                  </a:lnTo>
                  <a:cubicBezTo>
                    <a:pt x="633" y="682"/>
                    <a:pt x="504" y="552"/>
                    <a:pt x="504" y="393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58" name="group 158"/>
          <p:cNvGrpSpPr/>
          <p:nvPr/>
        </p:nvGrpSpPr>
        <p:grpSpPr>
          <a:xfrm rot="21600000">
            <a:off x="2490474" y="1947899"/>
            <a:ext cx="697175" cy="386550"/>
            <a:chOff x="0" y="0"/>
            <a:chExt cx="697175" cy="386550"/>
          </a:xfrm>
        </p:grpSpPr>
        <p:sp>
          <p:nvSpPr>
            <p:cNvPr id="1636" name="path 1636"/>
            <p:cNvSpPr/>
            <p:nvPr/>
          </p:nvSpPr>
          <p:spPr>
            <a:xfrm>
              <a:off x="320150" y="9525"/>
              <a:ext cx="367500" cy="367500"/>
            </a:xfrm>
            <a:custGeom>
              <a:avLst/>
              <a:gdLst/>
              <a:ahLst/>
              <a:cxnLst/>
              <a:rect l="0" t="0" r="0" b="0"/>
              <a:pathLst>
                <a:path w="578" h="578">
                  <a:moveTo>
                    <a:pt x="0" y="289"/>
                  </a:moveTo>
                  <a:lnTo>
                    <a:pt x="0" y="289"/>
                  </a:lnTo>
                  <a:cubicBezTo>
                    <a:pt x="0" y="129"/>
                    <a:pt x="129" y="0"/>
                    <a:pt x="289" y="0"/>
                  </a:cubicBezTo>
                  <a:lnTo>
                    <a:pt x="289" y="0"/>
                  </a:lnTo>
                  <a:cubicBezTo>
                    <a:pt x="366" y="0"/>
                    <a:pt x="439" y="30"/>
                    <a:pt x="493" y="84"/>
                  </a:cubicBezTo>
                  <a:cubicBezTo>
                    <a:pt x="548" y="139"/>
                    <a:pt x="578" y="212"/>
                    <a:pt x="578" y="289"/>
                  </a:cubicBezTo>
                  <a:lnTo>
                    <a:pt x="578" y="289"/>
                  </a:lnTo>
                  <a:cubicBezTo>
                    <a:pt x="578" y="449"/>
                    <a:pt x="449" y="578"/>
                    <a:pt x="289" y="578"/>
                  </a:cubicBezTo>
                  <a:lnTo>
                    <a:pt x="289" y="578"/>
                  </a:lnTo>
                  <a:cubicBezTo>
                    <a:pt x="129" y="578"/>
                    <a:pt x="0" y="449"/>
                    <a:pt x="0" y="289"/>
                  </a:cubicBezTo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38" name="path 1638"/>
            <p:cNvSpPr/>
            <p:nvPr/>
          </p:nvSpPr>
          <p:spPr>
            <a:xfrm>
              <a:off x="0" y="0"/>
              <a:ext cx="697175" cy="386550"/>
            </a:xfrm>
            <a:custGeom>
              <a:avLst/>
              <a:gdLst/>
              <a:ahLst/>
              <a:cxnLst/>
              <a:rect l="0" t="0" r="0" b="0"/>
              <a:pathLst>
                <a:path w="1097" h="608">
                  <a:moveTo>
                    <a:pt x="504" y="304"/>
                  </a:moveTo>
                  <a:lnTo>
                    <a:pt x="504" y="304"/>
                  </a:lnTo>
                  <a:cubicBezTo>
                    <a:pt x="504" y="144"/>
                    <a:pt x="633" y="15"/>
                    <a:pt x="793" y="15"/>
                  </a:cubicBezTo>
                  <a:lnTo>
                    <a:pt x="793" y="15"/>
                  </a:lnTo>
                  <a:cubicBezTo>
                    <a:pt x="870" y="15"/>
                    <a:pt x="943" y="45"/>
                    <a:pt x="998" y="99"/>
                  </a:cubicBezTo>
                  <a:cubicBezTo>
                    <a:pt x="1052" y="154"/>
                    <a:pt x="1082" y="227"/>
                    <a:pt x="1082" y="304"/>
                  </a:cubicBezTo>
                  <a:lnTo>
                    <a:pt x="1082" y="304"/>
                  </a:lnTo>
                  <a:cubicBezTo>
                    <a:pt x="1082" y="464"/>
                    <a:pt x="953" y="593"/>
                    <a:pt x="793" y="593"/>
                  </a:cubicBezTo>
                  <a:lnTo>
                    <a:pt x="793" y="593"/>
                  </a:lnTo>
                  <a:cubicBezTo>
                    <a:pt x="633" y="593"/>
                    <a:pt x="504" y="464"/>
                    <a:pt x="504" y="304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640" name="table 1640"/>
          <p:cNvGraphicFramePr>
            <a:graphicFrameLocks noGrp="1"/>
          </p:cNvGraphicFramePr>
          <p:nvPr/>
        </p:nvGraphicFramePr>
        <p:xfrm>
          <a:off x="3623274" y="1947849"/>
          <a:ext cx="386079" cy="386079"/>
        </p:xfrm>
        <a:graphic>
          <a:graphicData uri="http://schemas.openxmlformats.org/drawingml/2006/table">
            <a:tbl>
              <a:tblPr>
                <a:solidFill>
                  <a:srgbClr val="FFF2CC"/>
                </a:solidFill>
              </a:tblPr>
              <a:tblGrid>
                <a:gridCol w="386079"/>
              </a:tblGrid>
              <a:tr h="3670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8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i="1" kern="0" spc="50" baseline="651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  <a:r>
                        <a:rPr sz="1600" kern="0" spc="50" baseline="-2604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600" baseline="-26044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42" name="table 1642"/>
          <p:cNvGraphicFramePr>
            <a:graphicFrameLocks noGrp="1"/>
          </p:cNvGraphicFramePr>
          <p:nvPr/>
        </p:nvGraphicFramePr>
        <p:xfrm>
          <a:off x="3623274" y="4466849"/>
          <a:ext cx="386079" cy="386079"/>
        </p:xfrm>
        <a:graphic>
          <a:graphicData uri="http://schemas.openxmlformats.org/drawingml/2006/table">
            <a:tbl>
              <a:tblPr>
                <a:solidFill>
                  <a:srgbClr val="FFF2CC"/>
                </a:solidFill>
              </a:tblPr>
              <a:tblGrid>
                <a:gridCol w="386079"/>
              </a:tblGrid>
              <a:tr h="3670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7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2000" i="1" kern="0" spc="10" baseline="781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  <a:r>
                        <a:rPr sz="1200" kern="0" spc="10" baseline="-21703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  <a:endParaRPr sz="1200" baseline="-21703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44" name="table 1644"/>
          <p:cNvGraphicFramePr>
            <a:graphicFrameLocks noGrp="1"/>
          </p:cNvGraphicFramePr>
          <p:nvPr/>
        </p:nvGraphicFramePr>
        <p:xfrm>
          <a:off x="3623274" y="3145800"/>
          <a:ext cx="386079" cy="386080"/>
        </p:xfrm>
        <a:graphic>
          <a:graphicData uri="http://schemas.openxmlformats.org/drawingml/2006/table">
            <a:tbl>
              <a:tblPr>
                <a:solidFill>
                  <a:srgbClr val="FFF2CC"/>
                </a:solidFill>
              </a:tblPr>
              <a:tblGrid>
                <a:gridCol w="386079"/>
              </a:tblGrid>
              <a:tr h="3670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8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400" i="1" kern="0" spc="50" baseline="651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  <a:r>
                        <a:rPr sz="1600" kern="0" spc="50" baseline="-2604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600" baseline="-26044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46" name="table 1646"/>
          <p:cNvGraphicFramePr>
            <a:graphicFrameLocks noGrp="1"/>
          </p:cNvGraphicFramePr>
          <p:nvPr/>
        </p:nvGraphicFramePr>
        <p:xfrm>
          <a:off x="3623274" y="2546812"/>
          <a:ext cx="386079" cy="386079"/>
        </p:xfrm>
        <a:graphic>
          <a:graphicData uri="http://schemas.openxmlformats.org/drawingml/2006/table">
            <a:tbl>
              <a:tblPr>
                <a:solidFill>
                  <a:srgbClr val="FFF2CC"/>
                </a:solidFill>
              </a:tblPr>
              <a:tblGrid>
                <a:gridCol w="386079"/>
              </a:tblGrid>
              <a:tr h="3670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8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i="1" kern="0" spc="50" baseline="6511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  <a:r>
                        <a:rPr sz="1600" kern="0" spc="50" baseline="-26044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600" baseline="-26044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pSp>
        <p:nvGrpSpPr>
          <p:cNvPr id="160" name="group 160"/>
          <p:cNvGrpSpPr/>
          <p:nvPr/>
        </p:nvGrpSpPr>
        <p:grpSpPr>
          <a:xfrm rot="21600000">
            <a:off x="2490474" y="2100184"/>
            <a:ext cx="1124125" cy="81981"/>
            <a:chOff x="0" y="0"/>
            <a:chExt cx="1124125" cy="81981"/>
          </a:xfrm>
        </p:grpSpPr>
        <p:sp>
          <p:nvSpPr>
            <p:cNvPr id="1648" name="path 1648"/>
            <p:cNvSpPr/>
            <p:nvPr/>
          </p:nvSpPr>
          <p:spPr>
            <a:xfrm>
              <a:off x="687650" y="31465"/>
              <a:ext cx="340500" cy="19050"/>
            </a:xfrm>
            <a:custGeom>
              <a:avLst/>
              <a:gdLst/>
              <a:ahLst/>
              <a:cxnLst/>
              <a:rect l="0" t="0" r="0" b="0"/>
              <a:pathLst>
                <a:path w="536" h="30">
                  <a:moveTo>
                    <a:pt x="0" y="15"/>
                  </a:moveTo>
                  <a:lnTo>
                    <a:pt x="536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50" name="path 1650"/>
            <p:cNvSpPr/>
            <p:nvPr/>
          </p:nvSpPr>
          <p:spPr>
            <a:xfrm>
              <a:off x="0" y="0"/>
              <a:ext cx="1124125" cy="81981"/>
            </a:xfrm>
            <a:custGeom>
              <a:avLst/>
              <a:gdLst/>
              <a:ahLst/>
              <a:cxnLst/>
              <a:rect l="0" t="0" r="0" b="0"/>
              <a:pathLst>
                <a:path w="1770" h="129">
                  <a:moveTo>
                    <a:pt x="1619" y="114"/>
                  </a:moveTo>
                  <a:lnTo>
                    <a:pt x="1755" y="64"/>
                  </a:lnTo>
                  <a:lnTo>
                    <a:pt x="1619" y="15"/>
                  </a:lnTo>
                  <a:lnTo>
                    <a:pt x="1619" y="11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62" name="group 162"/>
          <p:cNvGrpSpPr/>
          <p:nvPr/>
        </p:nvGrpSpPr>
        <p:grpSpPr>
          <a:xfrm rot="21600000">
            <a:off x="3178125" y="2699708"/>
            <a:ext cx="430208" cy="80832"/>
            <a:chOff x="0" y="0"/>
            <a:chExt cx="430208" cy="80832"/>
          </a:xfrm>
        </p:grpSpPr>
        <p:sp>
          <p:nvSpPr>
            <p:cNvPr id="1652" name="path 1652"/>
            <p:cNvSpPr/>
            <p:nvPr/>
          </p:nvSpPr>
          <p:spPr>
            <a:xfrm>
              <a:off x="0" y="30891"/>
              <a:ext cx="340500" cy="19050"/>
            </a:xfrm>
            <a:custGeom>
              <a:avLst/>
              <a:gdLst/>
              <a:ahLst/>
              <a:cxnLst/>
              <a:rect l="0" t="0" r="0" b="0"/>
              <a:pathLst>
                <a:path w="536" h="30">
                  <a:moveTo>
                    <a:pt x="0" y="15"/>
                  </a:moveTo>
                  <a:lnTo>
                    <a:pt x="536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54" name="path 1654"/>
            <p:cNvSpPr/>
            <p:nvPr/>
          </p:nvSpPr>
          <p:spPr>
            <a:xfrm>
              <a:off x="330975" y="0"/>
              <a:ext cx="99233" cy="80832"/>
            </a:xfrm>
            <a:custGeom>
              <a:avLst/>
              <a:gdLst/>
              <a:ahLst/>
              <a:cxnLst/>
              <a:rect l="0" t="0" r="0" b="0"/>
              <a:pathLst>
                <a:path w="156" h="127">
                  <a:moveTo>
                    <a:pt x="15" y="113"/>
                  </a:moveTo>
                  <a:lnTo>
                    <a:pt x="151" y="63"/>
                  </a:lnTo>
                  <a:lnTo>
                    <a:pt x="15" y="14"/>
                  </a:lnTo>
                  <a:lnTo>
                    <a:pt x="15" y="1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56" name="textbox 1656"/>
          <p:cNvSpPr/>
          <p:nvPr/>
        </p:nvSpPr>
        <p:spPr>
          <a:xfrm>
            <a:off x="252815" y="3236344"/>
            <a:ext cx="248284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32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658" name="textbox 1658"/>
          <p:cNvSpPr/>
          <p:nvPr/>
        </p:nvSpPr>
        <p:spPr>
          <a:xfrm>
            <a:off x="4564650" y="3303820"/>
            <a:ext cx="24637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64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grpSp>
        <p:nvGrpSpPr>
          <p:cNvPr id="164" name="group 164"/>
          <p:cNvGrpSpPr/>
          <p:nvPr/>
        </p:nvGrpSpPr>
        <p:grpSpPr>
          <a:xfrm rot="21600000">
            <a:off x="3178125" y="4628659"/>
            <a:ext cx="350025" cy="62930"/>
            <a:chOff x="0" y="0"/>
            <a:chExt cx="350025" cy="62930"/>
          </a:xfrm>
        </p:grpSpPr>
        <p:sp>
          <p:nvSpPr>
            <p:cNvPr id="1660" name="path 1660"/>
            <p:cNvSpPr/>
            <p:nvPr/>
          </p:nvSpPr>
          <p:spPr>
            <a:xfrm>
              <a:off x="0" y="21940"/>
              <a:ext cx="340500" cy="19050"/>
            </a:xfrm>
            <a:custGeom>
              <a:avLst/>
              <a:gdLst/>
              <a:ahLst/>
              <a:cxnLst/>
              <a:rect l="0" t="0" r="0" b="0"/>
              <a:pathLst>
                <a:path w="536" h="30">
                  <a:moveTo>
                    <a:pt x="0" y="15"/>
                  </a:moveTo>
                  <a:lnTo>
                    <a:pt x="536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62" name="path 1662"/>
            <p:cNvSpPr/>
            <p:nvPr/>
          </p:nvSpPr>
          <p:spPr>
            <a:xfrm>
              <a:off x="330975" y="0"/>
              <a:ext cx="19050" cy="62930"/>
            </a:xfrm>
            <a:custGeom>
              <a:avLst/>
              <a:gdLst/>
              <a:ahLst/>
              <a:cxnLst/>
              <a:rect l="0" t="0" r="0" b="0"/>
              <a:pathLst>
                <a:path w="30" h="99">
                  <a:moveTo>
                    <a:pt x="15" y="0"/>
                  </a:moveTo>
                  <a:lnTo>
                    <a:pt x="15" y="99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64" name="textbox 1664"/>
          <p:cNvSpPr/>
          <p:nvPr/>
        </p:nvSpPr>
        <p:spPr>
          <a:xfrm>
            <a:off x="6678406" y="3355234"/>
            <a:ext cx="128270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2"/>
              </a:lnSpc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666" name="textbox 1666"/>
          <p:cNvSpPr/>
          <p:nvPr/>
        </p:nvSpPr>
        <p:spPr>
          <a:xfrm>
            <a:off x="7427659" y="3342839"/>
            <a:ext cx="131445" cy="193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tabLst/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1668" name="path 1668"/>
          <p:cNvSpPr/>
          <p:nvPr/>
        </p:nvSpPr>
        <p:spPr>
          <a:xfrm>
            <a:off x="2490474" y="2490474"/>
            <a:ext cx="312577" cy="368306"/>
          </a:xfrm>
          <a:custGeom>
            <a:avLst/>
            <a:gdLst/>
            <a:ahLst/>
            <a:cxnLst/>
            <a:rect l="0" t="0" r="0" b="0"/>
            <a:pathLst>
              <a:path w="492" h="580">
                <a:moveTo>
                  <a:pt x="431" y="565"/>
                </a:moveTo>
                <a:lnTo>
                  <a:pt x="477" y="427"/>
                </a:lnTo>
                <a:lnTo>
                  <a:pt x="354" y="503"/>
                </a:lnTo>
                <a:lnTo>
                  <a:pt x="431" y="56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90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70" name="path 1670"/>
          <p:cNvSpPr/>
          <p:nvPr/>
        </p:nvSpPr>
        <p:spPr>
          <a:xfrm>
            <a:off x="2694641" y="3347560"/>
            <a:ext cx="102598" cy="93785"/>
          </a:xfrm>
          <a:custGeom>
            <a:avLst/>
            <a:gdLst/>
            <a:ahLst/>
            <a:cxnLst/>
            <a:rect l="0" t="0" r="0" b="0"/>
            <a:pathLst>
              <a:path w="161" h="147">
                <a:moveTo>
                  <a:pt x="73" y="138"/>
                </a:moveTo>
                <a:lnTo>
                  <a:pt x="148" y="14"/>
                </a:lnTo>
                <a:lnTo>
                  <a:pt x="11" y="61"/>
                </a:lnTo>
                <a:lnTo>
                  <a:pt x="73" y="138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72" name="path 1672"/>
          <p:cNvSpPr/>
          <p:nvPr/>
        </p:nvSpPr>
        <p:spPr>
          <a:xfrm>
            <a:off x="2490474" y="2155774"/>
            <a:ext cx="315886" cy="109658"/>
          </a:xfrm>
          <a:custGeom>
            <a:avLst/>
            <a:gdLst/>
            <a:ahLst/>
            <a:cxnLst/>
            <a:rect l="0" t="0" r="0" b="0"/>
            <a:pathLst>
              <a:path w="497" h="172">
                <a:moveTo>
                  <a:pt x="457" y="157"/>
                </a:moveTo>
                <a:lnTo>
                  <a:pt x="482" y="15"/>
                </a:lnTo>
                <a:lnTo>
                  <a:pt x="371" y="108"/>
                </a:lnTo>
                <a:lnTo>
                  <a:pt x="457" y="15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90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74" name="path 1674"/>
          <p:cNvSpPr/>
          <p:nvPr/>
        </p:nvSpPr>
        <p:spPr>
          <a:xfrm>
            <a:off x="2490474" y="2490474"/>
            <a:ext cx="308132" cy="954411"/>
          </a:xfrm>
          <a:custGeom>
            <a:avLst/>
            <a:gdLst/>
            <a:ahLst/>
            <a:cxnLst/>
            <a:rect l="0" t="0" r="0" b="0"/>
            <a:pathLst>
              <a:path w="485" h="1503">
                <a:moveTo>
                  <a:pt x="395" y="1488"/>
                </a:moveTo>
                <a:moveTo>
                  <a:pt x="395" y="1488"/>
                </a:moveTo>
                <a:lnTo>
                  <a:pt x="470" y="1363"/>
                </a:lnTo>
                <a:lnTo>
                  <a:pt x="333" y="1410"/>
                </a:lnTo>
                <a:lnTo>
                  <a:pt x="395" y="148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76" name="path 1676"/>
          <p:cNvSpPr/>
          <p:nvPr/>
        </p:nvSpPr>
        <p:spPr>
          <a:xfrm>
            <a:off x="3515367" y="3298659"/>
            <a:ext cx="92966" cy="80831"/>
          </a:xfrm>
          <a:custGeom>
            <a:avLst/>
            <a:gdLst/>
            <a:ahLst/>
            <a:cxnLst/>
            <a:rect l="0" t="0" r="0" b="0"/>
            <a:pathLst>
              <a:path w="146" h="127">
                <a:moveTo>
                  <a:pt x="5" y="113"/>
                </a:moveTo>
                <a:lnTo>
                  <a:pt x="141" y="63"/>
                </a:lnTo>
                <a:lnTo>
                  <a:pt x="5" y="1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78" name="path 1678"/>
          <p:cNvSpPr/>
          <p:nvPr/>
        </p:nvSpPr>
        <p:spPr>
          <a:xfrm>
            <a:off x="3515367" y="4619709"/>
            <a:ext cx="92966" cy="80831"/>
          </a:xfrm>
          <a:custGeom>
            <a:avLst/>
            <a:gdLst/>
            <a:ahLst/>
            <a:cxnLst/>
            <a:rect l="0" t="0" r="0" b="0"/>
            <a:pathLst>
              <a:path w="146" h="127">
                <a:moveTo>
                  <a:pt x="5" y="113"/>
                </a:moveTo>
                <a:lnTo>
                  <a:pt x="141" y="63"/>
                </a:lnTo>
                <a:lnTo>
                  <a:pt x="5" y="14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0" name="path 1680"/>
          <p:cNvSpPr/>
          <p:nvPr/>
        </p:nvSpPr>
        <p:spPr>
          <a:xfrm>
            <a:off x="2490474" y="2490474"/>
            <a:ext cx="1124125" cy="290640"/>
          </a:xfrm>
          <a:custGeom>
            <a:avLst/>
            <a:gdLst/>
            <a:ahLst/>
            <a:cxnLst/>
            <a:rect l="0" t="0" r="0" b="0"/>
            <a:pathLst>
              <a:path w="1770" h="457">
                <a:moveTo>
                  <a:pt x="1619" y="442"/>
                </a:moveTo>
                <a:moveTo>
                  <a:pt x="1619" y="442"/>
                </a:moveTo>
                <a:lnTo>
                  <a:pt x="1755" y="393"/>
                </a:lnTo>
                <a:lnTo>
                  <a:pt x="1619" y="343"/>
                </a:lnTo>
                <a:lnTo>
                  <a:pt x="1619" y="44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2" name="path 1682"/>
          <p:cNvSpPr/>
          <p:nvPr/>
        </p:nvSpPr>
        <p:spPr>
          <a:xfrm>
            <a:off x="2490474" y="2490474"/>
            <a:ext cx="302569" cy="2186131"/>
          </a:xfrm>
          <a:custGeom>
            <a:avLst/>
            <a:gdLst/>
            <a:ahLst/>
            <a:cxnLst/>
            <a:rect l="0" t="0" r="0" b="0"/>
            <a:pathLst>
              <a:path w="476" h="3442">
                <a:moveTo>
                  <a:pt x="317" y="3427"/>
                </a:moveTo>
                <a:moveTo>
                  <a:pt x="317" y="3427"/>
                </a:moveTo>
                <a:lnTo>
                  <a:pt x="461" y="3407"/>
                </a:lnTo>
                <a:lnTo>
                  <a:pt x="338" y="3330"/>
                </a:lnTo>
                <a:lnTo>
                  <a:pt x="317" y="342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4" name="path 1684"/>
          <p:cNvSpPr/>
          <p:nvPr/>
        </p:nvSpPr>
        <p:spPr>
          <a:xfrm>
            <a:off x="2490474" y="2490474"/>
            <a:ext cx="1124125" cy="889590"/>
          </a:xfrm>
          <a:custGeom>
            <a:avLst/>
            <a:gdLst/>
            <a:ahLst/>
            <a:cxnLst/>
            <a:rect l="0" t="0" r="0" b="0"/>
            <a:pathLst>
              <a:path w="1770" h="1400">
                <a:moveTo>
                  <a:pt x="1619" y="1385"/>
                </a:moveTo>
                <a:moveTo>
                  <a:pt x="1619" y="1385"/>
                </a:moveTo>
                <a:lnTo>
                  <a:pt x="1755" y="1336"/>
                </a:lnTo>
                <a:lnTo>
                  <a:pt x="1619" y="1286"/>
                </a:lnTo>
                <a:lnTo>
                  <a:pt x="1619" y="138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6" name="textbox 1686"/>
          <p:cNvSpPr/>
          <p:nvPr/>
        </p:nvSpPr>
        <p:spPr>
          <a:xfrm>
            <a:off x="8176719" y="3365394"/>
            <a:ext cx="130175" cy="104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15"/>
              </a:lnSpc>
              <a:tabLst/>
            </a:pPr>
            <a:r>
              <a:rPr sz="400" kern="0" spc="5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endParaRPr sz="400" dirty="0">
              <a:latin typeface="Arial"/>
              <a:ea typeface="Arial"/>
              <a:cs typeface="Arial"/>
            </a:endParaRPr>
          </a:p>
        </p:txBody>
      </p:sp>
      <p:sp>
        <p:nvSpPr>
          <p:cNvPr id="1688" name="textbox 1688"/>
          <p:cNvSpPr/>
          <p:nvPr/>
        </p:nvSpPr>
        <p:spPr>
          <a:xfrm rot="5400000">
            <a:off x="1263664" y="3870654"/>
            <a:ext cx="172720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95"/>
              </a:lnSpc>
              <a:spcBef>
                <a:spcPts val="4"/>
              </a:spcBef>
              <a:tabLst/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690" name="textbox 1690"/>
          <p:cNvSpPr/>
          <p:nvPr/>
        </p:nvSpPr>
        <p:spPr>
          <a:xfrm rot="5400000">
            <a:off x="3716564" y="3932228"/>
            <a:ext cx="172720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95"/>
              </a:lnSpc>
              <a:spcBef>
                <a:spcPts val="4"/>
              </a:spcBef>
              <a:tabLst/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2" name="picture 16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66625" y="1872437"/>
            <a:ext cx="2340133" cy="3056374"/>
          </a:xfrm>
          <a:prstGeom prst="rect">
            <a:avLst/>
          </a:prstGeom>
        </p:spPr>
      </p:pic>
      <p:pic>
        <p:nvPicPr>
          <p:cNvPr id="1694" name="picture 16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4225" y="2834383"/>
            <a:ext cx="2836424" cy="1132500"/>
          </a:xfrm>
          <a:prstGeom prst="rect">
            <a:avLst/>
          </a:prstGeom>
        </p:spPr>
      </p:pic>
      <p:sp>
        <p:nvSpPr>
          <p:cNvPr id="1696" name="textbox 1696"/>
          <p:cNvSpPr/>
          <p:nvPr/>
        </p:nvSpPr>
        <p:spPr>
          <a:xfrm>
            <a:off x="386370" y="497887"/>
            <a:ext cx="4888865" cy="553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torch.nn -- Neural Network Layers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1698" name="textbox 1698"/>
          <p:cNvSpPr/>
          <p:nvPr/>
        </p:nvSpPr>
        <p:spPr>
          <a:xfrm>
            <a:off x="495137" y="1314661"/>
            <a:ext cx="4325620" cy="344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05"/>
              </a:lnSpc>
              <a:tabLst/>
            </a:pP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Linear</a:t>
            </a:r>
            <a:r>
              <a:rPr sz="1800" kern="0" spc="1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Layer (</a:t>
            </a:r>
            <a:r>
              <a:rPr sz="1800" b="1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Fully-connected</a:t>
            </a:r>
            <a:r>
              <a:rPr sz="1800" b="1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Layer)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700" name="rect 1700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2" name="table 1702"/>
          <p:cNvGraphicFramePr>
            <a:graphicFrameLocks noGrp="1"/>
          </p:cNvGraphicFramePr>
          <p:nvPr/>
        </p:nvGraphicFramePr>
        <p:xfrm>
          <a:off x="5513062" y="2408700"/>
          <a:ext cx="1006474" cy="2008504"/>
        </p:xfrm>
        <a:graphic>
          <a:graphicData uri="http://schemas.openxmlformats.org/drawingml/2006/table">
            <a:tbl>
              <a:tblPr>
                <a:solidFill>
                  <a:srgbClr val="C9DAF8"/>
                </a:solidFill>
              </a:tblPr>
              <a:tblGrid>
                <a:gridCol w="1006474"/>
              </a:tblGrid>
              <a:tr h="19894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4" name="table 1704"/>
          <p:cNvGraphicFramePr>
            <a:graphicFrameLocks noGrp="1"/>
          </p:cNvGraphicFramePr>
          <p:nvPr/>
        </p:nvGraphicFramePr>
        <p:xfrm>
          <a:off x="6961199" y="3029249"/>
          <a:ext cx="306069" cy="767080"/>
        </p:xfrm>
        <a:graphic>
          <a:graphicData uri="http://schemas.openxmlformats.org/drawingml/2006/table">
            <a:tbl>
              <a:tblPr>
                <a:solidFill>
                  <a:srgbClr val="D9EAD3"/>
                </a:solidFill>
              </a:tblPr>
              <a:tblGrid>
                <a:gridCol w="306069"/>
              </a:tblGrid>
              <a:tr h="7480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6" name="table 1706"/>
          <p:cNvGraphicFramePr>
            <a:graphicFrameLocks noGrp="1"/>
          </p:cNvGraphicFramePr>
          <p:nvPr/>
        </p:nvGraphicFramePr>
        <p:xfrm>
          <a:off x="8456449" y="2383900"/>
          <a:ext cx="306069" cy="2008504"/>
        </p:xfrm>
        <a:graphic>
          <a:graphicData uri="http://schemas.openxmlformats.org/drawingml/2006/table">
            <a:tbl>
              <a:tblPr>
                <a:solidFill>
                  <a:srgbClr val="FFF2CC"/>
                </a:solidFill>
              </a:tblPr>
              <a:tblGrid>
                <a:gridCol w="306069"/>
              </a:tblGrid>
              <a:tr h="19894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8" name="table 1708"/>
          <p:cNvGraphicFramePr>
            <a:graphicFrameLocks noGrp="1"/>
          </p:cNvGraphicFramePr>
          <p:nvPr/>
        </p:nvGraphicFramePr>
        <p:xfrm>
          <a:off x="7708824" y="2408700"/>
          <a:ext cx="306069" cy="2008504"/>
        </p:xfrm>
        <a:graphic>
          <a:graphicData uri="http://schemas.openxmlformats.org/drawingml/2006/table">
            <a:tbl>
              <a:tblPr>
                <a:solidFill>
                  <a:srgbClr val="C9DAF8"/>
                </a:solidFill>
              </a:tblPr>
              <a:tblGrid>
                <a:gridCol w="306069"/>
              </a:tblGrid>
              <a:tr h="19894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1710" name="path 1710"/>
          <p:cNvSpPr/>
          <p:nvPr/>
        </p:nvSpPr>
        <p:spPr>
          <a:xfrm>
            <a:off x="2490474" y="2030750"/>
            <a:ext cx="6458537" cy="2739749"/>
          </a:xfrm>
          <a:custGeom>
            <a:avLst/>
            <a:gdLst/>
            <a:ahLst/>
            <a:cxnLst/>
            <a:rect l="0" t="0" r="0" b="0"/>
            <a:pathLst>
              <a:path w="10170" h="4314">
                <a:moveTo>
                  <a:pt x="4481" y="729"/>
                </a:moveTo>
                <a:lnTo>
                  <a:pt x="4481" y="729"/>
                </a:lnTo>
                <a:cubicBezTo>
                  <a:pt x="4481" y="334"/>
                  <a:pt x="4801" y="15"/>
                  <a:pt x="5195" y="15"/>
                </a:cubicBezTo>
                <a:lnTo>
                  <a:pt x="9441" y="15"/>
                </a:lnTo>
                <a:cubicBezTo>
                  <a:pt x="9631" y="15"/>
                  <a:pt x="9812" y="90"/>
                  <a:pt x="9946" y="224"/>
                </a:cubicBezTo>
                <a:cubicBezTo>
                  <a:pt x="10080" y="358"/>
                  <a:pt x="10155" y="539"/>
                  <a:pt x="10155" y="729"/>
                </a:cubicBezTo>
                <a:lnTo>
                  <a:pt x="10155" y="3585"/>
                </a:lnTo>
                <a:cubicBezTo>
                  <a:pt x="10155" y="3979"/>
                  <a:pt x="9836" y="4299"/>
                  <a:pt x="9441" y="4299"/>
                </a:cubicBezTo>
                <a:lnTo>
                  <a:pt x="5195" y="4299"/>
                </a:lnTo>
                <a:lnTo>
                  <a:pt x="5195" y="4299"/>
                </a:lnTo>
                <a:cubicBezTo>
                  <a:pt x="4801" y="4299"/>
                  <a:pt x="4481" y="3979"/>
                  <a:pt x="4481" y="3585"/>
                </a:cubicBezTo>
                <a:lnTo>
                  <a:pt x="4481" y="729"/>
                </a:lnTo>
                <a:close/>
              </a:path>
            </a:pathLst>
          </a:custGeom>
          <a:noFill/>
          <a:ln w="19050" cap="flat">
            <a:solidFill>
              <a:srgbClr val="0000FF"/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12" name="textbox 1712"/>
          <p:cNvSpPr/>
          <p:nvPr/>
        </p:nvSpPr>
        <p:spPr>
          <a:xfrm>
            <a:off x="395926" y="2304803"/>
            <a:ext cx="4015104" cy="2160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layer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torch.nn.</a:t>
            </a:r>
            <a:r>
              <a:rPr sz="1800" b="1" kern="0" spc="-4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Linear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(32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800" kern="0" spc="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64)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marL="12700" algn="l" rtl="0" eaLnBrk="0">
              <a:lnSpc>
                <a:spcPct val="86000"/>
              </a:lnSpc>
              <a:spcBef>
                <a:spcPts val="1682"/>
              </a:spcBef>
              <a:tabLst/>
            </a:pP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layer.</a:t>
            </a:r>
            <a:r>
              <a:rPr sz="1800" b="1" kern="0" spc="-5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weight</a:t>
            </a: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.shape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5000"/>
              </a:lnSpc>
              <a:spcBef>
                <a:spcPts val="549"/>
              </a:spcBef>
              <a:tabLst/>
            </a:pP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torch.Size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([64,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32])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marL="12700" algn="l" rtl="0" eaLnBrk="0">
              <a:lnSpc>
                <a:spcPct val="93000"/>
              </a:lnSpc>
              <a:spcBef>
                <a:spcPts val="1619"/>
              </a:spcBef>
              <a:tabLst/>
            </a:pP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&gt;&gt;&gt;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layer.</a:t>
            </a:r>
            <a:r>
              <a:rPr sz="1800" b="1" kern="0" spc="-4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bias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.shape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torch.Size([64])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1714" name="textbox 1714"/>
          <p:cNvSpPr/>
          <p:nvPr/>
        </p:nvSpPr>
        <p:spPr>
          <a:xfrm>
            <a:off x="386370" y="497887"/>
            <a:ext cx="4888865" cy="1160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torch.nn -- Neural Network Layers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2505"/>
              </a:lnSpc>
              <a:spcBef>
                <a:spcPts val="3"/>
              </a:spcBef>
              <a:tabLst/>
            </a:pP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Linear</a:t>
            </a:r>
            <a:r>
              <a:rPr sz="1800" kern="0" spc="1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Layer (</a:t>
            </a:r>
            <a:r>
              <a:rPr sz="1800" b="1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Fully-connected</a:t>
            </a:r>
            <a:r>
              <a:rPr sz="1800" b="1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Layer)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716" name="rect 1716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18" name="textbox 1718"/>
          <p:cNvSpPr/>
          <p:nvPr/>
        </p:nvSpPr>
        <p:spPr>
          <a:xfrm>
            <a:off x="5666171" y="3192108"/>
            <a:ext cx="708025" cy="481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7970" algn="l" rtl="0" eaLnBrk="0">
              <a:lnSpc>
                <a:spcPct val="80000"/>
              </a:lnSpc>
              <a:tabLst/>
            </a:pPr>
            <a:r>
              <a:rPr sz="1800" b="1" i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371"/>
              </a:spcBef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(64x32)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720" name="textbox 1720"/>
          <p:cNvSpPr/>
          <p:nvPr/>
        </p:nvSpPr>
        <p:spPr>
          <a:xfrm>
            <a:off x="7795033" y="3254554"/>
            <a:ext cx="142875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75"/>
              </a:lnSpc>
              <a:tabLst/>
            </a:pPr>
            <a:r>
              <a:rPr sz="1600" b="1" i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722" name="textbox 1722"/>
          <p:cNvSpPr/>
          <p:nvPr/>
        </p:nvSpPr>
        <p:spPr>
          <a:xfrm>
            <a:off x="8530284" y="3334199"/>
            <a:ext cx="155575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1600" b="1" i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724" name="textbox 1724"/>
          <p:cNvSpPr/>
          <p:nvPr/>
        </p:nvSpPr>
        <p:spPr>
          <a:xfrm>
            <a:off x="7037909" y="3358999"/>
            <a:ext cx="153035" cy="187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600" b="1" i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726" name="textbox 1726"/>
          <p:cNvSpPr/>
          <p:nvPr/>
        </p:nvSpPr>
        <p:spPr>
          <a:xfrm>
            <a:off x="6678406" y="3355234"/>
            <a:ext cx="128270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52"/>
              </a:lnSpc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728" name="textbox 1728"/>
          <p:cNvSpPr/>
          <p:nvPr/>
        </p:nvSpPr>
        <p:spPr>
          <a:xfrm>
            <a:off x="7427659" y="3342839"/>
            <a:ext cx="131445" cy="193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tabLst/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1730" name="textbox 1730"/>
          <p:cNvSpPr/>
          <p:nvPr/>
        </p:nvSpPr>
        <p:spPr>
          <a:xfrm>
            <a:off x="8176719" y="3365394"/>
            <a:ext cx="130175" cy="104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15"/>
              </a:lnSpc>
              <a:tabLst/>
            </a:pPr>
            <a:r>
              <a:rPr sz="400" kern="0" spc="5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endParaRPr sz="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textbox 1732"/>
          <p:cNvSpPr/>
          <p:nvPr/>
        </p:nvSpPr>
        <p:spPr>
          <a:xfrm>
            <a:off x="386370" y="497887"/>
            <a:ext cx="5113020" cy="30314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53"/>
              </a:lnSpc>
              <a:tabLst/>
            </a:pPr>
            <a:r>
              <a:rPr sz="26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torch.nn --Acti</a:t>
            </a:r>
            <a:r>
              <a:rPr sz="26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vation Functions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2392"/>
              </a:lnSpc>
              <a:spcBef>
                <a:spcPts val="543"/>
              </a:spcBef>
              <a:tabLst/>
            </a:pPr>
            <a:r>
              <a:rPr sz="1800" kern="0" spc="2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Sigmoid</a:t>
            </a:r>
            <a:r>
              <a:rPr sz="1800" kern="0" spc="2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Activation</a:t>
            </a:r>
            <a:endParaRPr sz="1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1605"/>
              </a:spcBef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nn.Sigmoid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2392"/>
              </a:lnSpc>
              <a:spcBef>
                <a:spcPts val="546"/>
              </a:spcBef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ReLU Activation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16045" algn="l" rtl="0" eaLnBrk="0">
              <a:lnSpc>
                <a:spcPct val="96000"/>
              </a:lnSpc>
              <a:tabLst/>
            </a:pP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nn.ReLU()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pic>
        <p:nvPicPr>
          <p:cNvPr id="1734" name="picture 17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11475" y="2954575"/>
            <a:ext cx="2620825" cy="1953260"/>
          </a:xfrm>
          <a:prstGeom prst="rect">
            <a:avLst/>
          </a:prstGeom>
        </p:spPr>
      </p:pic>
      <p:pic>
        <p:nvPicPr>
          <p:cNvPr id="1736" name="picture 17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11475" y="765774"/>
            <a:ext cx="2620825" cy="1953249"/>
          </a:xfrm>
          <a:prstGeom prst="rect">
            <a:avLst/>
          </a:prstGeom>
        </p:spPr>
      </p:pic>
      <p:sp>
        <p:nvSpPr>
          <p:cNvPr id="1738" name="rect 1738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6"/>
          <p:cNvGrpSpPr/>
          <p:nvPr/>
        </p:nvGrpSpPr>
        <p:grpSpPr>
          <a:xfrm rot="21600000">
            <a:off x="1057175" y="2490474"/>
            <a:ext cx="1623449" cy="2185950"/>
            <a:chOff x="0" y="0"/>
            <a:chExt cx="1623449" cy="2185950"/>
          </a:xfrm>
        </p:grpSpPr>
        <p:sp>
          <p:nvSpPr>
            <p:cNvPr id="1740" name="path 1740"/>
            <p:cNvSpPr/>
            <p:nvPr/>
          </p:nvSpPr>
          <p:spPr>
            <a:xfrm>
              <a:off x="9525" y="137932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42" name="path 1742"/>
            <p:cNvSpPr/>
            <p:nvPr/>
          </p:nvSpPr>
          <p:spPr>
            <a:xfrm>
              <a:off x="0" y="0"/>
              <a:ext cx="1623449" cy="2185950"/>
            </a:xfrm>
            <a:custGeom>
              <a:avLst/>
              <a:gdLst/>
              <a:ahLst/>
              <a:cxnLst/>
              <a:rect l="0" t="0" r="0" b="0"/>
              <a:pathLst>
                <a:path w="2556" h="3442">
                  <a:moveTo>
                    <a:pt x="15" y="2381"/>
                  </a:moveTo>
                  <a:lnTo>
                    <a:pt x="15" y="2381"/>
                  </a:lnTo>
                  <a:cubicBezTo>
                    <a:pt x="15" y="2265"/>
                    <a:pt x="108" y="2172"/>
                    <a:pt x="224" y="2172"/>
                  </a:cubicBezTo>
                  <a:lnTo>
                    <a:pt x="2332" y="2172"/>
                  </a:lnTo>
                  <a:cubicBezTo>
                    <a:pt x="2387" y="2172"/>
                    <a:pt x="2441" y="2194"/>
                    <a:pt x="2480" y="2233"/>
                  </a:cubicBezTo>
                  <a:cubicBezTo>
                    <a:pt x="2519" y="2272"/>
                    <a:pt x="2541" y="2325"/>
                    <a:pt x="2541" y="2381"/>
                  </a:cubicBezTo>
                  <a:lnTo>
                    <a:pt x="2541" y="3218"/>
                  </a:lnTo>
                  <a:cubicBezTo>
                    <a:pt x="2541" y="3333"/>
                    <a:pt x="2447" y="3427"/>
                    <a:pt x="2332" y="3427"/>
                  </a:cubicBezTo>
                  <a:lnTo>
                    <a:pt x="224" y="3427"/>
                  </a:lnTo>
                  <a:cubicBezTo>
                    <a:pt x="108" y="3427"/>
                    <a:pt x="15" y="3333"/>
                    <a:pt x="15" y="3218"/>
                  </a:cubicBezTo>
                  <a:lnTo>
                    <a:pt x="15" y="2381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68" name="group 168"/>
          <p:cNvGrpSpPr/>
          <p:nvPr/>
        </p:nvGrpSpPr>
        <p:grpSpPr>
          <a:xfrm rot="21600000">
            <a:off x="4025858" y="2061299"/>
            <a:ext cx="80831" cy="879608"/>
            <a:chOff x="0" y="0"/>
            <a:chExt cx="80831" cy="879608"/>
          </a:xfrm>
        </p:grpSpPr>
        <p:sp>
          <p:nvSpPr>
            <p:cNvPr id="1744" name="path 1744"/>
            <p:cNvSpPr/>
            <p:nvPr/>
          </p:nvSpPr>
          <p:spPr>
            <a:xfrm>
              <a:off x="30891" y="0"/>
              <a:ext cx="19050" cy="789900"/>
            </a:xfrm>
            <a:custGeom>
              <a:avLst/>
              <a:gdLst/>
              <a:ahLst/>
              <a:cxnLst/>
              <a:rect l="0" t="0" r="0" b="0"/>
              <a:pathLst>
                <a:path w="30" h="1243">
                  <a:moveTo>
                    <a:pt x="15" y="0"/>
                  </a:moveTo>
                  <a:lnTo>
                    <a:pt x="15" y="124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46" name="path 1746"/>
            <p:cNvSpPr/>
            <p:nvPr/>
          </p:nvSpPr>
          <p:spPr>
            <a:xfrm>
              <a:off x="0" y="780375"/>
              <a:ext cx="80831" cy="99233"/>
            </a:xfrm>
            <a:custGeom>
              <a:avLst/>
              <a:gdLst/>
              <a:ahLst/>
              <a:cxnLst/>
              <a:rect l="0" t="0" r="0" b="0"/>
              <a:pathLst>
                <a:path w="127" h="156">
                  <a:moveTo>
                    <a:pt x="14" y="15"/>
                  </a:moveTo>
                  <a:lnTo>
                    <a:pt x="63" y="151"/>
                  </a:lnTo>
                  <a:lnTo>
                    <a:pt x="113" y="15"/>
                  </a:lnTo>
                  <a:lnTo>
                    <a:pt x="14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70" name="group 170"/>
          <p:cNvGrpSpPr/>
          <p:nvPr/>
        </p:nvGrpSpPr>
        <p:grpSpPr>
          <a:xfrm rot="21600000">
            <a:off x="2490474" y="2490474"/>
            <a:ext cx="2387525" cy="1281700"/>
            <a:chOff x="0" y="0"/>
            <a:chExt cx="2387525" cy="1281700"/>
          </a:xfrm>
        </p:grpSpPr>
        <p:sp>
          <p:nvSpPr>
            <p:cNvPr id="1748" name="path 1748"/>
            <p:cNvSpPr/>
            <p:nvPr/>
          </p:nvSpPr>
          <p:spPr>
            <a:xfrm>
              <a:off x="773599" y="47507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50" name="path 1750"/>
            <p:cNvSpPr/>
            <p:nvPr/>
          </p:nvSpPr>
          <p:spPr>
            <a:xfrm>
              <a:off x="0" y="0"/>
              <a:ext cx="2387525" cy="1281700"/>
            </a:xfrm>
            <a:custGeom>
              <a:avLst/>
              <a:gdLst/>
              <a:ahLst/>
              <a:cxnLst/>
              <a:rect l="0" t="0" r="0" b="0"/>
              <a:pathLst>
                <a:path w="3759" h="2018">
                  <a:moveTo>
                    <a:pt x="1218" y="957"/>
                  </a:moveTo>
                  <a:lnTo>
                    <a:pt x="1218" y="957"/>
                  </a:lnTo>
                  <a:cubicBezTo>
                    <a:pt x="1218" y="841"/>
                    <a:pt x="1311" y="748"/>
                    <a:pt x="1427" y="748"/>
                  </a:cubicBezTo>
                  <a:lnTo>
                    <a:pt x="3535" y="748"/>
                  </a:lnTo>
                  <a:cubicBezTo>
                    <a:pt x="3591" y="748"/>
                    <a:pt x="3644" y="770"/>
                    <a:pt x="3683" y="809"/>
                  </a:cubicBezTo>
                  <a:cubicBezTo>
                    <a:pt x="3722" y="848"/>
                    <a:pt x="3744" y="901"/>
                    <a:pt x="3744" y="957"/>
                  </a:cubicBezTo>
                  <a:lnTo>
                    <a:pt x="3744" y="1794"/>
                  </a:lnTo>
                  <a:cubicBezTo>
                    <a:pt x="3744" y="1909"/>
                    <a:pt x="3651" y="2003"/>
                    <a:pt x="3535" y="2003"/>
                  </a:cubicBezTo>
                  <a:lnTo>
                    <a:pt x="1427" y="2003"/>
                  </a:lnTo>
                  <a:cubicBezTo>
                    <a:pt x="1311" y="2003"/>
                    <a:pt x="1218" y="1909"/>
                    <a:pt x="1218" y="1794"/>
                  </a:cubicBezTo>
                  <a:lnTo>
                    <a:pt x="1218" y="957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72" name="group 172"/>
          <p:cNvGrpSpPr/>
          <p:nvPr/>
        </p:nvGrpSpPr>
        <p:grpSpPr>
          <a:xfrm rot="21600000">
            <a:off x="2490474" y="2490474"/>
            <a:ext cx="3991925" cy="2185950"/>
            <a:chOff x="0" y="0"/>
            <a:chExt cx="3991925" cy="2185950"/>
          </a:xfrm>
        </p:grpSpPr>
        <p:sp>
          <p:nvSpPr>
            <p:cNvPr id="1752" name="path 1752"/>
            <p:cNvSpPr/>
            <p:nvPr/>
          </p:nvSpPr>
          <p:spPr>
            <a:xfrm>
              <a:off x="0" y="0"/>
              <a:ext cx="1616790" cy="456700"/>
            </a:xfrm>
            <a:custGeom>
              <a:avLst/>
              <a:gdLst/>
              <a:ahLst/>
              <a:cxnLst/>
              <a:rect l="0" t="0" r="0" b="0"/>
              <a:pathLst>
                <a:path w="2546" h="719">
                  <a:moveTo>
                    <a:pt x="2432" y="568"/>
                  </a:moveTo>
                  <a:moveTo>
                    <a:pt x="2432" y="568"/>
                  </a:moveTo>
                  <a:lnTo>
                    <a:pt x="2481" y="704"/>
                  </a:lnTo>
                  <a:lnTo>
                    <a:pt x="2531" y="568"/>
                  </a:lnTo>
                  <a:lnTo>
                    <a:pt x="2432" y="56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54" name="path 1754"/>
            <p:cNvSpPr/>
            <p:nvPr/>
          </p:nvSpPr>
          <p:spPr>
            <a:xfrm>
              <a:off x="2378000" y="137932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56" name="path 1756"/>
            <p:cNvSpPr/>
            <p:nvPr/>
          </p:nvSpPr>
          <p:spPr>
            <a:xfrm>
              <a:off x="0" y="0"/>
              <a:ext cx="3991925" cy="2185950"/>
            </a:xfrm>
            <a:custGeom>
              <a:avLst/>
              <a:gdLst/>
              <a:ahLst/>
              <a:cxnLst/>
              <a:rect l="0" t="0" r="0" b="0"/>
              <a:pathLst>
                <a:path w="6286" h="3442">
                  <a:moveTo>
                    <a:pt x="3744" y="2381"/>
                  </a:moveTo>
                  <a:lnTo>
                    <a:pt x="3744" y="2381"/>
                  </a:lnTo>
                  <a:cubicBezTo>
                    <a:pt x="3744" y="2265"/>
                    <a:pt x="3838" y="2172"/>
                    <a:pt x="3954" y="2172"/>
                  </a:cubicBezTo>
                  <a:lnTo>
                    <a:pt x="6062" y="2172"/>
                  </a:lnTo>
                  <a:cubicBezTo>
                    <a:pt x="6117" y="2172"/>
                    <a:pt x="6170" y="2194"/>
                    <a:pt x="6210" y="2233"/>
                  </a:cubicBezTo>
                  <a:cubicBezTo>
                    <a:pt x="6249" y="2272"/>
                    <a:pt x="6271" y="2325"/>
                    <a:pt x="6271" y="2381"/>
                  </a:cubicBezTo>
                  <a:lnTo>
                    <a:pt x="6271" y="3218"/>
                  </a:lnTo>
                  <a:cubicBezTo>
                    <a:pt x="6271" y="3333"/>
                    <a:pt x="6177" y="3427"/>
                    <a:pt x="6062" y="3427"/>
                  </a:cubicBezTo>
                  <a:lnTo>
                    <a:pt x="3954" y="3427"/>
                  </a:lnTo>
                  <a:cubicBezTo>
                    <a:pt x="3838" y="3427"/>
                    <a:pt x="3744" y="3333"/>
                    <a:pt x="3744" y="3218"/>
                  </a:cubicBezTo>
                  <a:lnTo>
                    <a:pt x="3744" y="2381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74" name="group 174"/>
          <p:cNvGrpSpPr/>
          <p:nvPr/>
        </p:nvGrpSpPr>
        <p:grpSpPr>
          <a:xfrm rot="21600000">
            <a:off x="1057175" y="2051774"/>
            <a:ext cx="1623449" cy="816149"/>
            <a:chOff x="0" y="0"/>
            <a:chExt cx="1623449" cy="816149"/>
          </a:xfrm>
        </p:grpSpPr>
        <p:sp>
          <p:nvSpPr>
            <p:cNvPr id="1758" name="path 1758"/>
            <p:cNvSpPr/>
            <p:nvPr/>
          </p:nvSpPr>
          <p:spPr>
            <a:xfrm>
              <a:off x="9525" y="952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0" name="path 1760"/>
            <p:cNvSpPr/>
            <p:nvPr/>
          </p:nvSpPr>
          <p:spPr>
            <a:xfrm>
              <a:off x="0" y="0"/>
              <a:ext cx="1623449" cy="816149"/>
            </a:xfrm>
            <a:custGeom>
              <a:avLst/>
              <a:gdLst/>
              <a:ahLst/>
              <a:cxnLst/>
              <a:rect l="0" t="0" r="0" b="0"/>
              <a:pathLst>
                <a:path w="2556" h="1285">
                  <a:moveTo>
                    <a:pt x="15" y="224"/>
                  </a:moveTo>
                  <a:lnTo>
                    <a:pt x="15" y="224"/>
                  </a:lnTo>
                  <a:cubicBezTo>
                    <a:pt x="15" y="108"/>
                    <a:pt x="108" y="15"/>
                    <a:pt x="224" y="15"/>
                  </a:cubicBezTo>
                  <a:lnTo>
                    <a:pt x="2332" y="15"/>
                  </a:lnTo>
                  <a:cubicBezTo>
                    <a:pt x="2387" y="15"/>
                    <a:pt x="2441" y="37"/>
                    <a:pt x="2480" y="76"/>
                  </a:cubicBezTo>
                  <a:cubicBezTo>
                    <a:pt x="2519" y="115"/>
                    <a:pt x="2541" y="168"/>
                    <a:pt x="2541" y="224"/>
                  </a:cubicBezTo>
                  <a:lnTo>
                    <a:pt x="2541" y="1061"/>
                  </a:lnTo>
                  <a:cubicBezTo>
                    <a:pt x="2541" y="1176"/>
                    <a:pt x="2447" y="1270"/>
                    <a:pt x="2332" y="1270"/>
                  </a:cubicBezTo>
                  <a:lnTo>
                    <a:pt x="224" y="1270"/>
                  </a:lnTo>
                  <a:cubicBezTo>
                    <a:pt x="108" y="1270"/>
                    <a:pt x="15" y="1176"/>
                    <a:pt x="15" y="1061"/>
                  </a:cubicBezTo>
                  <a:lnTo>
                    <a:pt x="15" y="22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76" name="group 176"/>
          <p:cNvGrpSpPr/>
          <p:nvPr/>
        </p:nvGrpSpPr>
        <p:grpSpPr>
          <a:xfrm rot="21600000">
            <a:off x="1047650" y="2480949"/>
            <a:ext cx="1642499" cy="1300750"/>
            <a:chOff x="0" y="0"/>
            <a:chExt cx="1642499" cy="1300750"/>
          </a:xfrm>
        </p:grpSpPr>
        <p:sp>
          <p:nvSpPr>
            <p:cNvPr id="1762" name="path 1762"/>
            <p:cNvSpPr/>
            <p:nvPr/>
          </p:nvSpPr>
          <p:spPr>
            <a:xfrm>
              <a:off x="19050" y="484600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4" name="path 1764"/>
            <p:cNvSpPr/>
            <p:nvPr/>
          </p:nvSpPr>
          <p:spPr>
            <a:xfrm>
              <a:off x="0" y="0"/>
              <a:ext cx="1642499" cy="1300750"/>
            </a:xfrm>
            <a:custGeom>
              <a:avLst/>
              <a:gdLst/>
              <a:ahLst/>
              <a:cxnLst/>
              <a:rect l="0" t="0" r="0" b="0"/>
              <a:pathLst>
                <a:path w="2586" h="2048">
                  <a:moveTo>
                    <a:pt x="30" y="972"/>
                  </a:moveTo>
                  <a:lnTo>
                    <a:pt x="30" y="972"/>
                  </a:lnTo>
                  <a:cubicBezTo>
                    <a:pt x="30" y="856"/>
                    <a:pt x="123" y="763"/>
                    <a:pt x="239" y="763"/>
                  </a:cubicBezTo>
                  <a:lnTo>
                    <a:pt x="2347" y="763"/>
                  </a:lnTo>
                  <a:cubicBezTo>
                    <a:pt x="2402" y="763"/>
                    <a:pt x="2456" y="785"/>
                    <a:pt x="2495" y="824"/>
                  </a:cubicBezTo>
                  <a:cubicBezTo>
                    <a:pt x="2534" y="863"/>
                    <a:pt x="2556" y="916"/>
                    <a:pt x="2556" y="972"/>
                  </a:cubicBezTo>
                  <a:lnTo>
                    <a:pt x="2556" y="1809"/>
                  </a:lnTo>
                  <a:cubicBezTo>
                    <a:pt x="2556" y="1924"/>
                    <a:pt x="2462" y="2018"/>
                    <a:pt x="2347" y="2018"/>
                  </a:cubicBezTo>
                  <a:lnTo>
                    <a:pt x="239" y="2018"/>
                  </a:lnTo>
                  <a:cubicBezTo>
                    <a:pt x="123" y="2018"/>
                    <a:pt x="30" y="1924"/>
                    <a:pt x="30" y="1809"/>
                  </a:cubicBezTo>
                  <a:lnTo>
                    <a:pt x="30" y="972"/>
                  </a:lnTo>
                  <a:close/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78" name="group 178"/>
          <p:cNvGrpSpPr/>
          <p:nvPr/>
        </p:nvGrpSpPr>
        <p:grpSpPr>
          <a:xfrm rot="21600000">
            <a:off x="4051354" y="2946832"/>
            <a:ext cx="4035445" cy="1331042"/>
            <a:chOff x="0" y="0"/>
            <a:chExt cx="4035445" cy="1331042"/>
          </a:xfrm>
        </p:grpSpPr>
        <p:grpSp>
          <p:nvGrpSpPr>
            <p:cNvPr id="180" name="group 180"/>
            <p:cNvGrpSpPr/>
            <p:nvPr/>
          </p:nvGrpSpPr>
          <p:grpSpPr>
            <a:xfrm rot="21600000">
              <a:off x="-1560879" y="-456357"/>
              <a:ext cx="5596325" cy="1787400"/>
              <a:chOff x="0" y="0"/>
              <a:chExt cx="5596325" cy="1787400"/>
            </a:xfrm>
          </p:grpSpPr>
          <p:sp>
            <p:nvSpPr>
              <p:cNvPr id="1766" name="path 1766"/>
              <p:cNvSpPr/>
              <p:nvPr/>
            </p:nvSpPr>
            <p:spPr>
              <a:xfrm>
                <a:off x="0" y="0"/>
                <a:ext cx="3164644" cy="1277435"/>
              </a:xfrm>
              <a:custGeom>
                <a:avLst/>
                <a:gdLst/>
                <a:ahLst/>
                <a:cxnLst/>
                <a:rect l="0" t="0" r="0" b="0"/>
                <a:pathLst>
                  <a:path w="4983" h="2011">
                    <a:moveTo>
                      <a:pt x="3744" y="1375"/>
                    </a:moveTo>
                    <a:cubicBezTo>
                      <a:pt x="4060" y="1375"/>
                      <a:pt x="4376" y="1475"/>
                      <a:pt x="4613" y="1624"/>
                    </a:cubicBezTo>
                    <a:cubicBezTo>
                      <a:pt x="4731" y="1699"/>
                      <a:pt x="4830" y="1786"/>
                      <a:pt x="4899" y="1879"/>
                    </a:cubicBezTo>
                    <a:cubicBezTo>
                      <a:pt x="4916" y="1903"/>
                      <a:pt x="4932" y="1926"/>
                      <a:pt x="4945" y="1950"/>
                    </a:cubicBezTo>
                    <a:cubicBezTo>
                      <a:pt x="4952" y="1962"/>
                      <a:pt x="4958" y="1975"/>
                      <a:pt x="4964" y="1987"/>
                    </a:cubicBezTo>
                    <a:cubicBezTo>
                      <a:pt x="4965" y="1990"/>
                      <a:pt x="4967" y="1993"/>
                      <a:pt x="4968" y="1996"/>
                    </a:cubicBezTo>
                    <a:lnTo>
                      <a:pt x="4968" y="1996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8" name="path 1768"/>
              <p:cNvSpPr/>
              <p:nvPr/>
            </p:nvSpPr>
            <p:spPr>
              <a:xfrm>
                <a:off x="0" y="0"/>
                <a:ext cx="3195343" cy="1361778"/>
              </a:xfrm>
              <a:custGeom>
                <a:avLst/>
                <a:gdLst/>
                <a:ahLst/>
                <a:cxnLst/>
                <a:rect l="0" t="0" r="0" b="0"/>
                <a:pathLst>
                  <a:path w="5032" h="2144">
                    <a:moveTo>
                      <a:pt x="4920" y="2007"/>
                    </a:moveTo>
                    <a:lnTo>
                      <a:pt x="4998" y="2129"/>
                    </a:lnTo>
                    <a:lnTo>
                      <a:pt x="5017" y="1985"/>
                    </a:lnTo>
                    <a:lnTo>
                      <a:pt x="4920" y="2007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19050" cap="flat">
                <a:solidFill>
                  <a:srgbClr val="00000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0" name="path 1770"/>
              <p:cNvSpPr/>
              <p:nvPr/>
            </p:nvSpPr>
            <p:spPr>
              <a:xfrm>
                <a:off x="0" y="0"/>
                <a:ext cx="2387525" cy="1787400"/>
              </a:xfrm>
              <a:custGeom>
                <a:avLst/>
                <a:gdLst/>
                <a:ahLst/>
                <a:cxnLst/>
                <a:rect l="0" t="0" r="0" b="0"/>
                <a:pathLst>
                  <a:path w="3759" h="2814">
                    <a:moveTo>
                      <a:pt x="3744" y="2799"/>
                    </a:moveTo>
                    <a:cubicBezTo>
                      <a:pt x="3429" y="2799"/>
                      <a:pt x="3113" y="2700"/>
                      <a:pt x="2876" y="2550"/>
                    </a:cubicBezTo>
                    <a:cubicBezTo>
                      <a:pt x="2757" y="2476"/>
                      <a:pt x="2659" y="2389"/>
                      <a:pt x="2590" y="2295"/>
                    </a:cubicBezTo>
                    <a:cubicBezTo>
                      <a:pt x="2572" y="2272"/>
                      <a:pt x="2557" y="2248"/>
                      <a:pt x="2544" y="2224"/>
                    </a:cubicBezTo>
                    <a:cubicBezTo>
                      <a:pt x="2537" y="2212"/>
                      <a:pt x="2531" y="2200"/>
                      <a:pt x="2525" y="2188"/>
                    </a:cubicBezTo>
                    <a:cubicBezTo>
                      <a:pt x="2524" y="2185"/>
                      <a:pt x="2522" y="2182"/>
                      <a:pt x="2521" y="2179"/>
                    </a:cubicBezTo>
                    <a:lnTo>
                      <a:pt x="2521" y="2178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2" name="path 1772"/>
              <p:cNvSpPr/>
              <p:nvPr/>
            </p:nvSpPr>
            <p:spPr>
              <a:xfrm>
                <a:off x="0" y="0"/>
                <a:ext cx="1641103" cy="1400018"/>
              </a:xfrm>
              <a:custGeom>
                <a:avLst/>
                <a:gdLst/>
                <a:ahLst/>
                <a:cxnLst/>
                <a:rect l="0" t="0" r="0" b="0"/>
                <a:pathLst>
                  <a:path w="2584" h="2204">
                    <a:moveTo>
                      <a:pt x="2569" y="2168"/>
                    </a:moveTo>
                    <a:lnTo>
                      <a:pt x="2491" y="2046"/>
                    </a:lnTo>
                    <a:lnTo>
                      <a:pt x="2472" y="2189"/>
                    </a:lnTo>
                    <a:lnTo>
                      <a:pt x="2569" y="2168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19050" cap="flat">
                <a:solidFill>
                  <a:srgbClr val="00000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4" name="path 1774"/>
              <p:cNvSpPr/>
              <p:nvPr/>
            </p:nvSpPr>
            <p:spPr>
              <a:xfrm>
                <a:off x="3982400" y="475075"/>
                <a:ext cx="1604400" cy="797099"/>
              </a:xfrm>
              <a:custGeom>
                <a:avLst/>
                <a:gdLst/>
                <a:ahLst/>
                <a:cxnLst/>
                <a:rect l="0" t="0" r="0" b="0"/>
                <a:pathLst>
                  <a:path w="2526" h="1255">
                    <a:moveTo>
                      <a:pt x="0" y="209"/>
                    </a:moveTo>
                    <a:lnTo>
                      <a:pt x="0" y="209"/>
                    </a:lnTo>
                    <a:cubicBezTo>
                      <a:pt x="0" y="93"/>
                      <a:pt x="93" y="0"/>
                      <a:pt x="209" y="0"/>
                    </a:cubicBezTo>
                    <a:lnTo>
                      <a:pt x="2317" y="0"/>
                    </a:lnTo>
                    <a:cubicBezTo>
                      <a:pt x="2372" y="0"/>
                      <a:pt x="2426" y="22"/>
                      <a:pt x="2465" y="61"/>
                    </a:cubicBezTo>
                    <a:cubicBezTo>
                      <a:pt x="2504" y="100"/>
                      <a:pt x="2526" y="153"/>
                      <a:pt x="2526" y="209"/>
                    </a:cubicBezTo>
                    <a:lnTo>
                      <a:pt x="2526" y="1046"/>
                    </a:lnTo>
                    <a:cubicBezTo>
                      <a:pt x="2526" y="1161"/>
                      <a:pt x="2432" y="1255"/>
                      <a:pt x="2317" y="1255"/>
                    </a:cubicBezTo>
                    <a:lnTo>
                      <a:pt x="209" y="1255"/>
                    </a:lnTo>
                    <a:cubicBezTo>
                      <a:pt x="93" y="1255"/>
                      <a:pt x="0" y="1161"/>
                      <a:pt x="0" y="1046"/>
                    </a:cubicBezTo>
                    <a:lnTo>
                      <a:pt x="0" y="209"/>
                    </a:lnTo>
                    <a:close/>
                  </a:path>
                </a:pathLst>
              </a:custGeom>
              <a:solidFill>
                <a:srgbClr val="F3F3F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6" name="path 1776"/>
              <p:cNvSpPr/>
              <p:nvPr/>
            </p:nvSpPr>
            <p:spPr>
              <a:xfrm>
                <a:off x="0" y="0"/>
                <a:ext cx="5596325" cy="1281700"/>
              </a:xfrm>
              <a:custGeom>
                <a:avLst/>
                <a:gdLst/>
                <a:ahLst/>
                <a:cxnLst/>
                <a:rect l="0" t="0" r="0" b="0"/>
                <a:pathLst>
                  <a:path w="8813" h="2018">
                    <a:moveTo>
                      <a:pt x="6271" y="957"/>
                    </a:moveTo>
                    <a:lnTo>
                      <a:pt x="6271" y="957"/>
                    </a:lnTo>
                    <a:cubicBezTo>
                      <a:pt x="6271" y="841"/>
                      <a:pt x="6365" y="748"/>
                      <a:pt x="6480" y="748"/>
                    </a:cubicBezTo>
                    <a:lnTo>
                      <a:pt x="8588" y="748"/>
                    </a:lnTo>
                    <a:cubicBezTo>
                      <a:pt x="8644" y="748"/>
                      <a:pt x="8697" y="770"/>
                      <a:pt x="8736" y="809"/>
                    </a:cubicBezTo>
                    <a:cubicBezTo>
                      <a:pt x="8776" y="848"/>
                      <a:pt x="8798" y="901"/>
                      <a:pt x="8798" y="957"/>
                    </a:cubicBezTo>
                    <a:lnTo>
                      <a:pt x="8798" y="1794"/>
                    </a:lnTo>
                    <a:cubicBezTo>
                      <a:pt x="8798" y="1909"/>
                      <a:pt x="8704" y="2003"/>
                      <a:pt x="8588" y="2003"/>
                    </a:cubicBezTo>
                    <a:lnTo>
                      <a:pt x="6480" y="2003"/>
                    </a:lnTo>
                    <a:cubicBezTo>
                      <a:pt x="6365" y="2003"/>
                      <a:pt x="6271" y="1909"/>
                      <a:pt x="6271" y="1794"/>
                    </a:cubicBezTo>
                    <a:lnTo>
                      <a:pt x="6271" y="957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78" name="textbox 1778"/>
            <p:cNvSpPr/>
            <p:nvPr/>
          </p:nvSpPr>
          <p:spPr>
            <a:xfrm>
              <a:off x="-12700" y="-12700"/>
              <a:ext cx="4061459" cy="1362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18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19095" algn="l" rtl="0" eaLnBrk="0">
                <a:lnSpc>
                  <a:spcPct val="80000"/>
                </a:lnSpc>
                <a:tabLst/>
              </a:pPr>
              <a:r>
                <a:rPr sz="16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Testing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82" name="group 182"/>
          <p:cNvGrpSpPr/>
          <p:nvPr/>
        </p:nvGrpSpPr>
        <p:grpSpPr>
          <a:xfrm rot="21600000">
            <a:off x="2490474" y="2454625"/>
            <a:ext cx="767975" cy="1818948"/>
            <a:chOff x="0" y="0"/>
            <a:chExt cx="767975" cy="1818948"/>
          </a:xfrm>
        </p:grpSpPr>
        <p:sp>
          <p:nvSpPr>
            <p:cNvPr id="1780" name="path 1780"/>
            <p:cNvSpPr/>
            <p:nvPr/>
          </p:nvSpPr>
          <p:spPr>
            <a:xfrm>
              <a:off x="172660" y="0"/>
              <a:ext cx="546338" cy="819074"/>
            </a:xfrm>
            <a:custGeom>
              <a:avLst/>
              <a:gdLst/>
              <a:ahLst/>
              <a:cxnLst/>
              <a:rect l="0" t="0" r="0" b="0"/>
              <a:pathLst>
                <a:path w="860" h="1289">
                  <a:moveTo>
                    <a:pt x="12" y="8"/>
                  </a:moveTo>
                  <a:lnTo>
                    <a:pt x="847" y="1281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82" name="path 1782"/>
            <p:cNvSpPr/>
            <p:nvPr/>
          </p:nvSpPr>
          <p:spPr>
            <a:xfrm>
              <a:off x="0" y="35849"/>
              <a:ext cx="767975" cy="859813"/>
            </a:xfrm>
            <a:custGeom>
              <a:avLst/>
              <a:gdLst/>
              <a:ahLst/>
              <a:cxnLst/>
              <a:rect l="0" t="0" r="0" b="0"/>
              <a:pathLst>
                <a:path w="1209" h="1354">
                  <a:moveTo>
                    <a:pt x="1078" y="1252"/>
                  </a:moveTo>
                  <a:lnTo>
                    <a:pt x="1194" y="1339"/>
                  </a:lnTo>
                  <a:lnTo>
                    <a:pt x="1161" y="1198"/>
                  </a:lnTo>
                  <a:lnTo>
                    <a:pt x="1078" y="125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84" name="path 1784"/>
            <p:cNvSpPr/>
            <p:nvPr/>
          </p:nvSpPr>
          <p:spPr>
            <a:xfrm>
              <a:off x="180625" y="899949"/>
              <a:ext cx="478800" cy="19050"/>
            </a:xfrm>
            <a:custGeom>
              <a:avLst/>
              <a:gdLst/>
              <a:ahLst/>
              <a:cxnLst/>
              <a:rect l="0" t="0" r="0" b="0"/>
              <a:pathLst>
                <a:path w="754" h="30">
                  <a:moveTo>
                    <a:pt x="0" y="15"/>
                  </a:moveTo>
                  <a:lnTo>
                    <a:pt x="754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86" name="path 1786"/>
            <p:cNvSpPr/>
            <p:nvPr/>
          </p:nvSpPr>
          <p:spPr>
            <a:xfrm>
              <a:off x="0" y="35849"/>
              <a:ext cx="755400" cy="914615"/>
            </a:xfrm>
            <a:custGeom>
              <a:avLst/>
              <a:gdLst/>
              <a:ahLst/>
              <a:cxnLst/>
              <a:rect l="0" t="0" r="0" b="0"/>
              <a:pathLst>
                <a:path w="1189" h="1440">
                  <a:moveTo>
                    <a:pt x="1038" y="1425"/>
                  </a:moveTo>
                  <a:lnTo>
                    <a:pt x="1174" y="1375"/>
                  </a:lnTo>
                  <a:lnTo>
                    <a:pt x="1038" y="1326"/>
                  </a:lnTo>
                  <a:lnTo>
                    <a:pt x="1038" y="1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88" name="path 1788"/>
            <p:cNvSpPr/>
            <p:nvPr/>
          </p:nvSpPr>
          <p:spPr>
            <a:xfrm>
              <a:off x="172660" y="999873"/>
              <a:ext cx="546338" cy="819074"/>
            </a:xfrm>
            <a:custGeom>
              <a:avLst/>
              <a:gdLst/>
              <a:ahLst/>
              <a:cxnLst/>
              <a:rect l="0" t="0" r="0" b="0"/>
              <a:pathLst>
                <a:path w="860" h="1289">
                  <a:moveTo>
                    <a:pt x="12" y="1281"/>
                  </a:moveTo>
                  <a:lnTo>
                    <a:pt x="847" y="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90" name="path 1790"/>
            <p:cNvSpPr/>
            <p:nvPr/>
          </p:nvSpPr>
          <p:spPr>
            <a:xfrm>
              <a:off x="0" y="35849"/>
              <a:ext cx="767975" cy="996032"/>
            </a:xfrm>
            <a:custGeom>
              <a:avLst/>
              <a:gdLst/>
              <a:ahLst/>
              <a:cxnLst/>
              <a:rect l="0" t="0" r="0" b="0"/>
              <a:pathLst>
                <a:path w="1209" h="1568">
                  <a:moveTo>
                    <a:pt x="1161" y="1553"/>
                  </a:moveTo>
                  <a:lnTo>
                    <a:pt x="1194" y="1412"/>
                  </a:lnTo>
                  <a:lnTo>
                    <a:pt x="1078" y="1499"/>
                  </a:lnTo>
                  <a:lnTo>
                    <a:pt x="1161" y="15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84" name="group 184"/>
          <p:cNvGrpSpPr/>
          <p:nvPr/>
        </p:nvGrpSpPr>
        <p:grpSpPr>
          <a:xfrm rot="21600000">
            <a:off x="882275" y="1818275"/>
            <a:ext cx="6388456" cy="3091649"/>
            <a:chOff x="0" y="0"/>
            <a:chExt cx="6388456" cy="3091649"/>
          </a:xfrm>
        </p:grpSpPr>
        <p:sp>
          <p:nvSpPr>
            <p:cNvPr id="1792" name="path 1792"/>
            <p:cNvSpPr/>
            <p:nvPr/>
          </p:nvSpPr>
          <p:spPr>
            <a:xfrm>
              <a:off x="3986200" y="1536299"/>
              <a:ext cx="1490100" cy="19050"/>
            </a:xfrm>
            <a:custGeom>
              <a:avLst/>
              <a:gdLst/>
              <a:ahLst/>
              <a:cxnLst/>
              <a:rect l="0" t="0" r="0" b="0"/>
              <a:pathLst>
                <a:path w="2346" h="30">
                  <a:moveTo>
                    <a:pt x="0" y="15"/>
                  </a:moveTo>
                  <a:lnTo>
                    <a:pt x="2346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94" name="path 1794"/>
            <p:cNvSpPr/>
            <p:nvPr/>
          </p:nvSpPr>
          <p:spPr>
            <a:xfrm>
              <a:off x="1608199" y="672199"/>
              <a:ext cx="3964075" cy="914615"/>
            </a:xfrm>
            <a:custGeom>
              <a:avLst/>
              <a:gdLst/>
              <a:ahLst/>
              <a:cxnLst/>
              <a:rect l="0" t="0" r="0" b="0"/>
              <a:pathLst>
                <a:path w="6242" h="1440">
                  <a:moveTo>
                    <a:pt x="6091" y="1425"/>
                  </a:moveTo>
                  <a:lnTo>
                    <a:pt x="6227" y="1375"/>
                  </a:lnTo>
                  <a:lnTo>
                    <a:pt x="6091" y="1326"/>
                  </a:lnTo>
                  <a:lnTo>
                    <a:pt x="6091" y="1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96" name="path 1796"/>
            <p:cNvSpPr/>
            <p:nvPr/>
          </p:nvSpPr>
          <p:spPr>
            <a:xfrm>
              <a:off x="1608199" y="233499"/>
              <a:ext cx="3183739" cy="1713306"/>
            </a:xfrm>
            <a:custGeom>
              <a:avLst/>
              <a:gdLst/>
              <a:ahLst/>
              <a:cxnLst/>
              <a:rect l="0" t="0" r="0" b="0"/>
              <a:pathLst>
                <a:path w="5013" h="2698">
                  <a:moveTo>
                    <a:pt x="2481" y="15"/>
                  </a:moveTo>
                  <a:cubicBezTo>
                    <a:pt x="2481" y="573"/>
                    <a:pt x="3113" y="776"/>
                    <a:pt x="3744" y="1132"/>
                  </a:cubicBezTo>
                  <a:cubicBezTo>
                    <a:pt x="4060" y="1310"/>
                    <a:pt x="4376" y="1527"/>
                    <a:pt x="4613" y="1806"/>
                  </a:cubicBezTo>
                  <a:cubicBezTo>
                    <a:pt x="4731" y="1946"/>
                    <a:pt x="4830" y="2102"/>
                    <a:pt x="4899" y="2277"/>
                  </a:cubicBezTo>
                  <a:cubicBezTo>
                    <a:pt x="4934" y="2365"/>
                    <a:pt x="4961" y="2457"/>
                    <a:pt x="4979" y="2554"/>
                  </a:cubicBezTo>
                  <a:cubicBezTo>
                    <a:pt x="4984" y="2579"/>
                    <a:pt x="4988" y="2603"/>
                    <a:pt x="4992" y="2628"/>
                  </a:cubicBezTo>
                  <a:cubicBezTo>
                    <a:pt x="4993" y="2641"/>
                    <a:pt x="4995" y="2653"/>
                    <a:pt x="4996" y="2666"/>
                  </a:cubicBezTo>
                  <a:lnTo>
                    <a:pt x="4998" y="268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98" name="path 1798"/>
            <p:cNvSpPr/>
            <p:nvPr/>
          </p:nvSpPr>
          <p:spPr>
            <a:xfrm>
              <a:off x="1608199" y="672199"/>
              <a:ext cx="3215162" cy="1360939"/>
            </a:xfrm>
            <a:custGeom>
              <a:avLst/>
              <a:gdLst/>
              <a:ahLst/>
              <a:cxnLst/>
              <a:rect l="0" t="0" r="0" b="0"/>
              <a:pathLst>
                <a:path w="5063" h="2143">
                  <a:moveTo>
                    <a:pt x="4949" y="1994"/>
                  </a:moveTo>
                  <a:lnTo>
                    <a:pt x="5005" y="2128"/>
                  </a:lnTo>
                  <a:lnTo>
                    <a:pt x="5048" y="1989"/>
                  </a:lnTo>
                  <a:lnTo>
                    <a:pt x="4949" y="199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00" name="path 1800"/>
            <p:cNvSpPr/>
            <p:nvPr/>
          </p:nvSpPr>
          <p:spPr>
            <a:xfrm>
              <a:off x="1608199" y="233499"/>
              <a:ext cx="4737205" cy="824130"/>
            </a:xfrm>
            <a:custGeom>
              <a:avLst/>
              <a:gdLst/>
              <a:ahLst/>
              <a:cxnLst/>
              <a:rect l="0" t="0" r="0" b="0"/>
              <a:pathLst>
                <a:path w="7460" h="1297">
                  <a:moveTo>
                    <a:pt x="2481" y="15"/>
                  </a:moveTo>
                  <a:cubicBezTo>
                    <a:pt x="2481" y="371"/>
                    <a:pt x="3744" y="549"/>
                    <a:pt x="5008" y="727"/>
                  </a:cubicBezTo>
                  <a:cubicBezTo>
                    <a:pt x="5639" y="816"/>
                    <a:pt x="6271" y="904"/>
                    <a:pt x="6745" y="1016"/>
                  </a:cubicBezTo>
                  <a:cubicBezTo>
                    <a:pt x="6982" y="1071"/>
                    <a:pt x="7179" y="1133"/>
                    <a:pt x="7317" y="1202"/>
                  </a:cubicBezTo>
                  <a:cubicBezTo>
                    <a:pt x="7352" y="1219"/>
                    <a:pt x="7383" y="1237"/>
                    <a:pt x="7409" y="1256"/>
                  </a:cubicBezTo>
                  <a:cubicBezTo>
                    <a:pt x="7416" y="1260"/>
                    <a:pt x="7423" y="1265"/>
                    <a:pt x="7429" y="1270"/>
                  </a:cubicBezTo>
                  <a:cubicBezTo>
                    <a:pt x="7432" y="1272"/>
                    <a:pt x="7435" y="1274"/>
                    <a:pt x="7438" y="1277"/>
                  </a:cubicBezTo>
                  <a:cubicBezTo>
                    <a:pt x="7439" y="1278"/>
                    <a:pt x="7441" y="1279"/>
                    <a:pt x="7442" y="1280"/>
                  </a:cubicBezTo>
                  <a:lnTo>
                    <a:pt x="7445" y="128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02" name="path 1802"/>
            <p:cNvSpPr/>
            <p:nvPr/>
          </p:nvSpPr>
          <p:spPr>
            <a:xfrm>
              <a:off x="1608199" y="672199"/>
              <a:ext cx="4780256" cy="460399"/>
            </a:xfrm>
            <a:custGeom>
              <a:avLst/>
              <a:gdLst/>
              <a:ahLst/>
              <a:cxnLst/>
              <a:rect l="0" t="0" r="0" b="0"/>
              <a:pathLst>
                <a:path w="7527" h="725">
                  <a:moveTo>
                    <a:pt x="7402" y="616"/>
                  </a:moveTo>
                  <a:lnTo>
                    <a:pt x="7512" y="710"/>
                  </a:lnTo>
                  <a:lnTo>
                    <a:pt x="7488" y="567"/>
                  </a:lnTo>
                  <a:lnTo>
                    <a:pt x="7402" y="6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04" name="path 1804"/>
            <p:cNvSpPr/>
            <p:nvPr/>
          </p:nvSpPr>
          <p:spPr>
            <a:xfrm>
              <a:off x="0" y="0"/>
              <a:ext cx="1973249" cy="3091649"/>
            </a:xfrm>
            <a:custGeom>
              <a:avLst/>
              <a:gdLst/>
              <a:ahLst/>
              <a:cxnLst/>
              <a:rect l="0" t="0" r="0" b="0"/>
              <a:pathLst>
                <a:path w="3107" h="4868">
                  <a:moveTo>
                    <a:pt x="15" y="527"/>
                  </a:moveTo>
                  <a:lnTo>
                    <a:pt x="15" y="527"/>
                  </a:lnTo>
                  <a:cubicBezTo>
                    <a:pt x="15" y="244"/>
                    <a:pt x="244" y="15"/>
                    <a:pt x="527" y="15"/>
                  </a:cubicBezTo>
                  <a:lnTo>
                    <a:pt x="2579" y="15"/>
                  </a:lnTo>
                  <a:lnTo>
                    <a:pt x="2579" y="15"/>
                  </a:lnTo>
                  <a:cubicBezTo>
                    <a:pt x="2715" y="15"/>
                    <a:pt x="2846" y="69"/>
                    <a:pt x="2942" y="165"/>
                  </a:cubicBezTo>
                  <a:cubicBezTo>
                    <a:pt x="3038" y="261"/>
                    <a:pt x="3092" y="391"/>
                    <a:pt x="3092" y="527"/>
                  </a:cubicBezTo>
                  <a:lnTo>
                    <a:pt x="3092" y="4340"/>
                  </a:lnTo>
                  <a:cubicBezTo>
                    <a:pt x="3092" y="4624"/>
                    <a:pt x="2862" y="4853"/>
                    <a:pt x="2579" y="4853"/>
                  </a:cubicBezTo>
                  <a:lnTo>
                    <a:pt x="527" y="4853"/>
                  </a:lnTo>
                  <a:cubicBezTo>
                    <a:pt x="244" y="4853"/>
                    <a:pt x="15" y="4624"/>
                    <a:pt x="15" y="4340"/>
                  </a:cubicBezTo>
                  <a:lnTo>
                    <a:pt x="15" y="527"/>
                  </a:lnTo>
                  <a:close/>
                </a:path>
              </a:pathLst>
            </a:custGeom>
            <a:noFill/>
            <a:ln w="19050" cap="flat">
              <a:solidFill>
                <a:srgbClr val="0000FF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06" name="textbox 1806"/>
          <p:cNvSpPr/>
          <p:nvPr/>
        </p:nvSpPr>
        <p:spPr>
          <a:xfrm>
            <a:off x="396657" y="497887"/>
            <a:ext cx="5868034" cy="553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Ov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erview of</a:t>
            </a:r>
            <a:r>
              <a:rPr sz="2600" b="1" kern="0" spc="-1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DNN Train</a:t>
            </a: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 Procedur</a:t>
            </a: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grpSp>
        <p:nvGrpSpPr>
          <p:cNvPr id="186" name="group 186"/>
          <p:cNvGrpSpPr/>
          <p:nvPr/>
        </p:nvGrpSpPr>
        <p:grpSpPr>
          <a:xfrm rot="21600000">
            <a:off x="2490474" y="1254674"/>
            <a:ext cx="2387525" cy="816149"/>
            <a:chOff x="0" y="0"/>
            <a:chExt cx="2387525" cy="816149"/>
          </a:xfrm>
        </p:grpSpPr>
        <p:sp>
          <p:nvSpPr>
            <p:cNvPr id="1808" name="path 1808"/>
            <p:cNvSpPr/>
            <p:nvPr/>
          </p:nvSpPr>
          <p:spPr>
            <a:xfrm>
              <a:off x="773599" y="952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D9D2E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10" name="path 1810"/>
            <p:cNvSpPr/>
            <p:nvPr/>
          </p:nvSpPr>
          <p:spPr>
            <a:xfrm>
              <a:off x="0" y="0"/>
              <a:ext cx="2387525" cy="816149"/>
            </a:xfrm>
            <a:custGeom>
              <a:avLst/>
              <a:gdLst/>
              <a:ahLst/>
              <a:cxnLst/>
              <a:rect l="0" t="0" r="0" b="0"/>
              <a:pathLst>
                <a:path w="3759" h="1285">
                  <a:moveTo>
                    <a:pt x="1218" y="224"/>
                  </a:moveTo>
                  <a:lnTo>
                    <a:pt x="1218" y="224"/>
                  </a:lnTo>
                  <a:cubicBezTo>
                    <a:pt x="1218" y="108"/>
                    <a:pt x="1311" y="15"/>
                    <a:pt x="1427" y="15"/>
                  </a:cubicBezTo>
                  <a:lnTo>
                    <a:pt x="3535" y="15"/>
                  </a:lnTo>
                  <a:cubicBezTo>
                    <a:pt x="3591" y="15"/>
                    <a:pt x="3644" y="37"/>
                    <a:pt x="3683" y="76"/>
                  </a:cubicBezTo>
                  <a:cubicBezTo>
                    <a:pt x="3722" y="115"/>
                    <a:pt x="3744" y="168"/>
                    <a:pt x="3744" y="224"/>
                  </a:cubicBezTo>
                  <a:lnTo>
                    <a:pt x="3744" y="1061"/>
                  </a:lnTo>
                  <a:cubicBezTo>
                    <a:pt x="3744" y="1176"/>
                    <a:pt x="3651" y="1270"/>
                    <a:pt x="3535" y="1270"/>
                  </a:cubicBezTo>
                  <a:lnTo>
                    <a:pt x="1427" y="1270"/>
                  </a:lnTo>
                  <a:cubicBezTo>
                    <a:pt x="1311" y="1270"/>
                    <a:pt x="1218" y="1176"/>
                    <a:pt x="1218" y="1061"/>
                  </a:cubicBezTo>
                  <a:lnTo>
                    <a:pt x="1218" y="22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12" name="path 1812"/>
          <p:cNvSpPr/>
          <p:nvPr/>
        </p:nvSpPr>
        <p:spPr>
          <a:xfrm>
            <a:off x="2490474" y="1046324"/>
            <a:ext cx="2562425" cy="1232850"/>
          </a:xfrm>
          <a:custGeom>
            <a:avLst/>
            <a:gdLst/>
            <a:ahLst/>
            <a:cxnLst/>
            <a:rect l="0" t="0" r="0" b="0"/>
            <a:pathLst>
              <a:path w="4035" h="1941">
                <a:moveTo>
                  <a:pt x="942" y="333"/>
                </a:moveTo>
                <a:lnTo>
                  <a:pt x="942" y="333"/>
                </a:lnTo>
                <a:cubicBezTo>
                  <a:pt x="942" y="157"/>
                  <a:pt x="1085" y="15"/>
                  <a:pt x="1261" y="15"/>
                </a:cubicBezTo>
                <a:lnTo>
                  <a:pt x="3701" y="15"/>
                </a:lnTo>
                <a:cubicBezTo>
                  <a:pt x="3786" y="15"/>
                  <a:pt x="3867" y="48"/>
                  <a:pt x="3927" y="108"/>
                </a:cubicBezTo>
                <a:cubicBezTo>
                  <a:pt x="3986" y="168"/>
                  <a:pt x="4020" y="249"/>
                  <a:pt x="4020" y="333"/>
                </a:cubicBezTo>
                <a:lnTo>
                  <a:pt x="4020" y="1607"/>
                </a:lnTo>
                <a:cubicBezTo>
                  <a:pt x="4020" y="1783"/>
                  <a:pt x="3877" y="1926"/>
                  <a:pt x="3701" y="1926"/>
                </a:cubicBezTo>
                <a:lnTo>
                  <a:pt x="1261" y="1926"/>
                </a:lnTo>
                <a:cubicBezTo>
                  <a:pt x="1085" y="1926"/>
                  <a:pt x="942" y="1783"/>
                  <a:pt x="942" y="1607"/>
                </a:cubicBezTo>
                <a:lnTo>
                  <a:pt x="942" y="333"/>
                </a:lnTo>
                <a:close/>
              </a:path>
            </a:pathLst>
          </a:custGeom>
          <a:noFill/>
          <a:ln w="19050" cap="flat">
            <a:solidFill>
              <a:srgbClr val="0000FF"/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14" name="textbox 1814"/>
          <p:cNvSpPr/>
          <p:nvPr/>
        </p:nvSpPr>
        <p:spPr>
          <a:xfrm>
            <a:off x="5183668" y="1423437"/>
            <a:ext cx="2761614" cy="512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1914"/>
              </a:lnSpc>
              <a:tabLst/>
            </a:pPr>
            <a:r>
              <a:rPr sz="1400" b="1" kern="0" spc="-3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torch.uti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ls.data.Dataset</a:t>
            </a:r>
            <a:endParaRPr sz="14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ts val="1914"/>
              </a:lnSpc>
              <a:spcBef>
                <a:spcPts val="6"/>
              </a:spcBef>
              <a:tabLst/>
            </a:pP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orch.utils.data.Dat</a:t>
            </a: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aLoade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r</a:t>
            </a:r>
            <a:endParaRPr sz="14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816" name="rect 1816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18" name="textbox 1818"/>
          <p:cNvSpPr/>
          <p:nvPr/>
        </p:nvSpPr>
        <p:spPr>
          <a:xfrm>
            <a:off x="1304849" y="1251650"/>
            <a:ext cx="1136014" cy="478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1920"/>
              </a:lnSpc>
              <a:tabLst/>
            </a:pPr>
            <a:r>
              <a:rPr sz="1500" b="1" kern="0" spc="-9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torch.nn</a:t>
            </a:r>
            <a:endParaRPr sz="15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ct val="97000"/>
              </a:lnSpc>
              <a:spcBef>
                <a:spcPts val="16"/>
              </a:spcBef>
              <a:tabLst/>
            </a:pPr>
            <a:r>
              <a:rPr sz="1400" b="1" kern="0" spc="-6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torch.op</a:t>
            </a: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ti</a:t>
            </a:r>
            <a:r>
              <a:rPr sz="1400" b="1" kern="0" spc="3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m</a:t>
            </a:r>
            <a:endParaRPr sz="14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820" name="textbox 1820"/>
          <p:cNvSpPr/>
          <p:nvPr/>
        </p:nvSpPr>
        <p:spPr>
          <a:xfrm>
            <a:off x="1250789" y="2244406"/>
            <a:ext cx="1251585" cy="472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56" rIns="0" bIns="0"/>
          <a:lstStyle/>
          <a:p>
            <a:pPr marL="260350" indent="-248284" algn="l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Define</a:t>
            </a: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ral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822" name="textbox 1822"/>
          <p:cNvSpPr/>
          <p:nvPr/>
        </p:nvSpPr>
        <p:spPr>
          <a:xfrm>
            <a:off x="1442468" y="3152314"/>
            <a:ext cx="867410" cy="468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4470" algn="l" rtl="0" eaLnBrk="0">
              <a:lnSpc>
                <a:spcPct val="80000"/>
              </a:lnSpc>
              <a:tabLst/>
            </a:pP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Loss</a:t>
            </a:r>
            <a:endParaRPr sz="1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395"/>
              </a:spcBef>
              <a:tabLst/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Function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824" name="textbox 1824"/>
          <p:cNvSpPr/>
          <p:nvPr/>
        </p:nvSpPr>
        <p:spPr>
          <a:xfrm>
            <a:off x="1431382" y="4176528"/>
            <a:ext cx="88773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Optimizer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826" name="textbox 1826"/>
          <p:cNvSpPr/>
          <p:nvPr/>
        </p:nvSpPr>
        <p:spPr>
          <a:xfrm>
            <a:off x="3599664" y="1573570"/>
            <a:ext cx="94805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Load</a:t>
            </a: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828" name="textbox 1828"/>
          <p:cNvSpPr/>
          <p:nvPr/>
        </p:nvSpPr>
        <p:spPr>
          <a:xfrm>
            <a:off x="3695048" y="3274920"/>
            <a:ext cx="747394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Training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830" name="textbox 1830"/>
          <p:cNvSpPr/>
          <p:nvPr/>
        </p:nvSpPr>
        <p:spPr>
          <a:xfrm>
            <a:off x="5220201" y="4179170"/>
            <a:ext cx="90170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Validation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textbox 1832"/>
          <p:cNvSpPr/>
          <p:nvPr/>
        </p:nvSpPr>
        <p:spPr>
          <a:xfrm>
            <a:off x="386370" y="497887"/>
            <a:ext cx="5627370" cy="302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53"/>
              </a:lnSpc>
              <a:tabLst/>
            </a:pPr>
            <a:r>
              <a:rPr sz="25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torch.nn -- Loss Functions</a:t>
            </a:r>
            <a:endParaRPr sz="2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743959" indent="-3622675" algn="l" rtl="0" eaLnBrk="0">
              <a:lnSpc>
                <a:spcPct val="142000"/>
              </a:lnSpc>
              <a:spcBef>
                <a:spcPts val="551"/>
              </a:spcBef>
              <a:tabLst/>
            </a:pP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Squared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Error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(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linear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regression</a:t>
            </a:r>
            <a:r>
              <a:rPr sz="1800" kern="0" spc="1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nn.MSELoss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2467"/>
              </a:lnSpc>
              <a:spcBef>
                <a:spcPts val="552"/>
              </a:spcBef>
              <a:tabLst/>
            </a:pP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Cross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Entropy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(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classi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ﬁ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cation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7"/>
              </a:spcBef>
              <a:tabLst/>
            </a:pP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nn.CrossEntropyLoss()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1834" name="rect 1834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textbox 1836"/>
          <p:cNvSpPr/>
          <p:nvPr/>
        </p:nvSpPr>
        <p:spPr>
          <a:xfrm>
            <a:off x="394059" y="1364114"/>
            <a:ext cx="3731259" cy="2988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93000"/>
              </a:lnSpc>
              <a:tabLst/>
            </a:pP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import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torch.nn</a:t>
            </a:r>
            <a:r>
              <a:rPr sz="15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as</a:t>
            </a:r>
            <a:r>
              <a:rPr sz="15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b="1" kern="0" spc="-2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nn</a:t>
            </a:r>
            <a:endParaRPr sz="1500" dirty="0">
              <a:latin typeface="Courier New"/>
              <a:ea typeface="Courier New"/>
              <a:cs typeface="Courier New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450"/>
              </a:spcBef>
              <a:tabLst/>
            </a:pP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class</a:t>
            </a: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MyModel(</a:t>
            </a:r>
            <a:r>
              <a:rPr sz="1500" b="1" kern="0" spc="-6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nn.Module</a:t>
            </a: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):</a:t>
            </a:r>
            <a:endParaRPr sz="1500" dirty="0">
              <a:latin typeface="MS Gothic"/>
              <a:ea typeface="MS Gothic"/>
              <a:cs typeface="MS Gothic"/>
            </a:endParaRPr>
          </a:p>
          <a:p>
            <a:pPr marL="391795" algn="l" rtl="0" eaLnBrk="0">
              <a:lnSpc>
                <a:spcPct val="96000"/>
              </a:lnSpc>
              <a:spcBef>
                <a:spcPts val="131"/>
              </a:spcBef>
              <a:tabLst/>
            </a:pP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def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u="sng" kern="0" spc="-2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MS Gothic"/>
                <a:ea typeface="MS Gothic"/>
                <a:cs typeface="MS Gothic"/>
              </a:rPr>
              <a:t>  </a:t>
            </a:r>
            <a:r>
              <a:rPr sz="1500" kern="0" spc="-6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init</a:t>
            </a:r>
            <a:r>
              <a:rPr sz="1500" kern="0" spc="-7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u="sng" kern="0" spc="73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MS Gothic"/>
                <a:ea typeface="MS Gothic"/>
                <a:cs typeface="MS Gothic"/>
              </a:rPr>
              <a:t> </a:t>
            </a:r>
            <a:r>
              <a:rPr sz="1500" kern="0" spc="-5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(self):</a:t>
            </a:r>
            <a:endParaRPr sz="1500" dirty="0">
              <a:latin typeface="MS Gothic"/>
              <a:ea typeface="MS Gothic"/>
              <a:cs typeface="MS Gothic"/>
            </a:endParaRPr>
          </a:p>
          <a:p>
            <a:pPr algn="r" rtl="0" eaLnBrk="0">
              <a:lnSpc>
                <a:spcPct val="93000"/>
              </a:lnSpc>
              <a:spcBef>
                <a:spcPts val="68"/>
              </a:spcBef>
              <a:tabLst/>
            </a:pP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super(MyModel,</a:t>
            </a: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self).</a:t>
            </a:r>
            <a:r>
              <a:rPr sz="1500" kern="0" spc="-7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u="sng" kern="0" spc="74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MS Gothic"/>
                <a:ea typeface="MS Gothic"/>
                <a:cs typeface="MS Gothic"/>
              </a:rPr>
              <a:t> </a:t>
            </a:r>
            <a:r>
              <a:rPr sz="1500" kern="0" spc="-6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init</a:t>
            </a:r>
            <a:r>
              <a:rPr sz="1500" kern="0" spc="-7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u="sng" kern="0" spc="74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MS Gothic"/>
                <a:ea typeface="MS Gothic"/>
                <a:cs typeface="MS Gothic"/>
              </a:rPr>
              <a:t> </a:t>
            </a:r>
            <a:r>
              <a:rPr sz="1500" kern="0" spc="-5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</a:t>
            </a:r>
            <a:endParaRPr sz="1500" dirty="0">
              <a:latin typeface="MS Gothic"/>
              <a:ea typeface="MS Gothic"/>
              <a:cs typeface="MS Gothic"/>
            </a:endParaRPr>
          </a:p>
          <a:p>
            <a:pPr marL="777875" algn="l" rtl="0" eaLnBrk="0">
              <a:lnSpc>
                <a:spcPct val="92000"/>
              </a:lnSpc>
              <a:spcBef>
                <a:spcPts val="131"/>
              </a:spcBef>
              <a:tabLst/>
            </a:pPr>
            <a:r>
              <a:rPr sz="14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self.net</a:t>
            </a:r>
            <a:r>
              <a:rPr sz="14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1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b="1" kern="0" spc="-3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nn.</a:t>
            </a:r>
            <a:r>
              <a:rPr sz="1400" b="1" kern="0" spc="-4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Sequential</a:t>
            </a:r>
            <a:r>
              <a:rPr sz="14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158239" algn="l" rtl="0" eaLnBrk="0">
              <a:lnSpc>
                <a:spcPts val="1699"/>
              </a:lnSpc>
              <a:spcBef>
                <a:spcPts val="257"/>
              </a:spcBef>
              <a:tabLst/>
            </a:pPr>
            <a:r>
              <a:rPr sz="1400" b="1" kern="0" spc="-3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nn.Linear</a:t>
            </a:r>
            <a:r>
              <a:rPr sz="14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(10,</a:t>
            </a:r>
            <a:r>
              <a:rPr sz="1400" kern="0" spc="1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32),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158239" algn="l" rtl="0" eaLnBrk="0">
              <a:lnSpc>
                <a:spcPct val="92000"/>
              </a:lnSpc>
              <a:spcBef>
                <a:spcPts val="99"/>
              </a:spcBef>
              <a:tabLst/>
            </a:pPr>
            <a:r>
              <a:rPr sz="1400" b="1" kern="0" spc="-7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nn.Sigmoid</a:t>
            </a:r>
            <a:r>
              <a:rPr sz="14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(),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158239" algn="l" rtl="0" eaLnBrk="0">
              <a:lnSpc>
                <a:spcPts val="1699"/>
              </a:lnSpc>
              <a:spcBef>
                <a:spcPts val="257"/>
              </a:spcBef>
              <a:tabLst/>
            </a:pPr>
            <a:r>
              <a:rPr sz="1400" b="1" kern="0" spc="-5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nn.Linear</a:t>
            </a:r>
            <a:r>
              <a:rPr sz="14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(32,</a:t>
            </a:r>
            <a:r>
              <a:rPr sz="1400" kern="0" spc="2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1)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786765" algn="l" rtl="0" eaLnBrk="0">
              <a:lnSpc>
                <a:spcPct val="96000"/>
              </a:lnSpc>
              <a:spcBef>
                <a:spcPts val="98"/>
              </a:spcBef>
              <a:tabLst/>
            </a:pP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</a:t>
            </a:r>
            <a:endParaRPr sz="15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1795" algn="l" rtl="0" eaLnBrk="0">
              <a:lnSpc>
                <a:spcPct val="95000"/>
              </a:lnSpc>
              <a:spcBef>
                <a:spcPts val="451"/>
              </a:spcBef>
              <a:tabLst/>
            </a:pP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def</a:t>
            </a: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b="1" kern="0" spc="-6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forward</a:t>
            </a: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(self,</a:t>
            </a:r>
            <a:r>
              <a:rPr sz="15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x):</a:t>
            </a:r>
            <a:endParaRPr sz="1500" dirty="0">
              <a:latin typeface="MS Gothic"/>
              <a:ea typeface="MS Gothic"/>
              <a:cs typeface="MS Gothic"/>
            </a:endParaRPr>
          </a:p>
          <a:p>
            <a:pPr marL="785494" algn="l" rtl="0" eaLnBrk="0">
              <a:lnSpc>
                <a:spcPct val="96000"/>
              </a:lnSpc>
              <a:spcBef>
                <a:spcPts val="84"/>
              </a:spcBef>
              <a:tabLst/>
            </a:pP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return</a:t>
            </a: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self.net(x)</a:t>
            </a:r>
            <a:endParaRPr sz="15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1838" name="textbox 1838"/>
          <p:cNvSpPr/>
          <p:nvPr/>
        </p:nvSpPr>
        <p:spPr>
          <a:xfrm>
            <a:off x="4658969" y="2677649"/>
            <a:ext cx="3816350" cy="155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ts val="2370"/>
              </a:lnSpc>
              <a:tabLst/>
            </a:pPr>
            <a:r>
              <a:rPr sz="1800" kern="0" spc="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Initialize your model &amp; deﬁne layers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70"/>
              </a:lnSpc>
              <a:spcBef>
                <a:spcPts val="3"/>
              </a:spcBef>
              <a:tabLst/>
            </a:pPr>
            <a:r>
              <a:rPr sz="1800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Compute output of</a:t>
            </a:r>
            <a:r>
              <a:rPr sz="1800" kern="0" spc="-1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yo</a:t>
            </a:r>
            <a:r>
              <a:rPr sz="1800" kern="0" spc="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ur NN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840" name="textbox 1840"/>
          <p:cNvSpPr/>
          <p:nvPr/>
        </p:nvSpPr>
        <p:spPr>
          <a:xfrm>
            <a:off x="386370" y="497887"/>
            <a:ext cx="6058534" cy="553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torch.nn</a:t>
            </a: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-- Build your own neural n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etwor</a:t>
            </a:r>
            <a:r>
              <a:rPr sz="2600" b="1" kern="0" spc="-3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1842" name="rect 1842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4" name="path 1844"/>
          <p:cNvSpPr/>
          <p:nvPr/>
        </p:nvSpPr>
        <p:spPr>
          <a:xfrm>
            <a:off x="2490474" y="2091559"/>
            <a:ext cx="1920949" cy="2330138"/>
          </a:xfrm>
          <a:custGeom>
            <a:avLst/>
            <a:gdLst/>
            <a:ahLst/>
            <a:cxnLst/>
            <a:rect l="0" t="0" r="0" b="0"/>
            <a:pathLst>
              <a:path w="3025" h="3669">
                <a:moveTo>
                  <a:pt x="2710" y="15"/>
                </a:moveTo>
                <a:lnTo>
                  <a:pt x="2710" y="15"/>
                </a:lnTo>
                <a:cubicBezTo>
                  <a:pt x="2750" y="15"/>
                  <a:pt x="2788" y="30"/>
                  <a:pt x="2816" y="58"/>
                </a:cubicBezTo>
                <a:cubicBezTo>
                  <a:pt x="2844" y="86"/>
                  <a:pt x="2860" y="125"/>
                  <a:pt x="2860" y="164"/>
                </a:cubicBezTo>
                <a:lnTo>
                  <a:pt x="2860" y="1053"/>
                </a:lnTo>
                <a:cubicBezTo>
                  <a:pt x="2860" y="1135"/>
                  <a:pt x="2927" y="1202"/>
                  <a:pt x="3010" y="1202"/>
                </a:cubicBezTo>
                <a:lnTo>
                  <a:pt x="3010" y="1202"/>
                </a:lnTo>
                <a:cubicBezTo>
                  <a:pt x="2927" y="1202"/>
                  <a:pt x="2860" y="1270"/>
                  <a:pt x="2860" y="1352"/>
                </a:cubicBezTo>
                <a:lnTo>
                  <a:pt x="2860" y="2241"/>
                </a:lnTo>
                <a:cubicBezTo>
                  <a:pt x="2860" y="2323"/>
                  <a:pt x="2793" y="2390"/>
                  <a:pt x="2710" y="2390"/>
                </a:cubicBezTo>
                <a:moveTo>
                  <a:pt x="2710" y="2601"/>
                </a:moveTo>
                <a:lnTo>
                  <a:pt x="2710" y="2601"/>
                </a:lnTo>
                <a:cubicBezTo>
                  <a:pt x="2750" y="2601"/>
                  <a:pt x="2788" y="2617"/>
                  <a:pt x="2816" y="2645"/>
                </a:cubicBezTo>
                <a:cubicBezTo>
                  <a:pt x="2844" y="2673"/>
                  <a:pt x="2860" y="2711"/>
                  <a:pt x="2860" y="2751"/>
                </a:cubicBezTo>
                <a:lnTo>
                  <a:pt x="2860" y="2978"/>
                </a:lnTo>
                <a:cubicBezTo>
                  <a:pt x="2860" y="3061"/>
                  <a:pt x="2927" y="3128"/>
                  <a:pt x="3010" y="3128"/>
                </a:cubicBezTo>
                <a:lnTo>
                  <a:pt x="3010" y="3128"/>
                </a:lnTo>
                <a:cubicBezTo>
                  <a:pt x="2927" y="3128"/>
                  <a:pt x="2860" y="3195"/>
                  <a:pt x="2860" y="3277"/>
                </a:cubicBezTo>
                <a:lnTo>
                  <a:pt x="2860" y="3504"/>
                </a:lnTo>
                <a:cubicBezTo>
                  <a:pt x="2860" y="3587"/>
                  <a:pt x="2793" y="3654"/>
                  <a:pt x="2710" y="3654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textbox 1846"/>
          <p:cNvSpPr/>
          <p:nvPr/>
        </p:nvSpPr>
        <p:spPr>
          <a:xfrm>
            <a:off x="394059" y="1364114"/>
            <a:ext cx="3731259" cy="2988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93000"/>
              </a:lnSpc>
              <a:tabLst/>
            </a:pP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import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torch.nn</a:t>
            </a:r>
            <a:r>
              <a:rPr sz="15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as</a:t>
            </a:r>
            <a:r>
              <a:rPr sz="1500" kern="0" spc="10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b="1" kern="0" spc="-2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nn</a:t>
            </a:r>
            <a:endParaRPr sz="1500" dirty="0">
              <a:latin typeface="Courier New"/>
              <a:ea typeface="Courier New"/>
              <a:cs typeface="Courier New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450"/>
              </a:spcBef>
              <a:tabLst/>
            </a:pP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class</a:t>
            </a: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MyModel(</a:t>
            </a:r>
            <a:r>
              <a:rPr sz="1500" b="1" kern="0" spc="-6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nn.Module</a:t>
            </a: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):</a:t>
            </a:r>
            <a:endParaRPr sz="1500" dirty="0">
              <a:latin typeface="MS Gothic"/>
              <a:ea typeface="MS Gothic"/>
              <a:cs typeface="MS Gothic"/>
            </a:endParaRPr>
          </a:p>
          <a:p>
            <a:pPr marL="391795" algn="l" rtl="0" eaLnBrk="0">
              <a:lnSpc>
                <a:spcPct val="96000"/>
              </a:lnSpc>
              <a:spcBef>
                <a:spcPts val="131"/>
              </a:spcBef>
              <a:tabLst/>
            </a:pP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def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u="sng" kern="0" spc="-2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MS Gothic"/>
                <a:ea typeface="MS Gothic"/>
                <a:cs typeface="MS Gothic"/>
              </a:rPr>
              <a:t>  </a:t>
            </a:r>
            <a:r>
              <a:rPr sz="1500" kern="0" spc="-6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init</a:t>
            </a:r>
            <a:r>
              <a:rPr sz="1500" kern="0" spc="-7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u="sng" kern="0" spc="73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MS Gothic"/>
                <a:ea typeface="MS Gothic"/>
                <a:cs typeface="MS Gothic"/>
              </a:rPr>
              <a:t> </a:t>
            </a:r>
            <a:r>
              <a:rPr sz="1500" kern="0" spc="-5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(self):</a:t>
            </a:r>
            <a:endParaRPr sz="1500" dirty="0">
              <a:latin typeface="MS Gothic"/>
              <a:ea typeface="MS Gothic"/>
              <a:cs typeface="MS Gothic"/>
            </a:endParaRPr>
          </a:p>
          <a:p>
            <a:pPr algn="r" rtl="0" eaLnBrk="0">
              <a:lnSpc>
                <a:spcPct val="93000"/>
              </a:lnSpc>
              <a:spcBef>
                <a:spcPts val="68"/>
              </a:spcBef>
              <a:tabLst/>
            </a:pP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super(MyModel,</a:t>
            </a: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self).</a:t>
            </a:r>
            <a:r>
              <a:rPr sz="1500" kern="0" spc="-7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u="sng" kern="0" spc="74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MS Gothic"/>
                <a:ea typeface="MS Gothic"/>
                <a:cs typeface="MS Gothic"/>
              </a:rPr>
              <a:t> </a:t>
            </a:r>
            <a:r>
              <a:rPr sz="1500" kern="0" spc="-6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init</a:t>
            </a:r>
            <a:r>
              <a:rPr sz="1500" kern="0" spc="-7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u="sng" kern="0" spc="740" dirty="0">
                <a:solidFill>
                  <a:srgbClr val="695D46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MS Gothic"/>
                <a:ea typeface="MS Gothic"/>
                <a:cs typeface="MS Gothic"/>
              </a:rPr>
              <a:t> </a:t>
            </a:r>
            <a:r>
              <a:rPr sz="1500" kern="0" spc="-5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</a:t>
            </a:r>
            <a:r>
              <a:rPr sz="15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</a:t>
            </a:r>
            <a:endParaRPr sz="1500" dirty="0">
              <a:latin typeface="MS Gothic"/>
              <a:ea typeface="MS Gothic"/>
              <a:cs typeface="MS Gothic"/>
            </a:endParaRPr>
          </a:p>
          <a:p>
            <a:pPr marL="777875" algn="l" rtl="0" eaLnBrk="0">
              <a:lnSpc>
                <a:spcPct val="92000"/>
              </a:lnSpc>
              <a:spcBef>
                <a:spcPts val="131"/>
              </a:spcBef>
              <a:tabLst/>
            </a:pPr>
            <a:r>
              <a:rPr sz="14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self.net</a:t>
            </a:r>
            <a:r>
              <a:rPr sz="14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1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b="1" kern="0" spc="-3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nn.</a:t>
            </a:r>
            <a:r>
              <a:rPr sz="1400" b="1" kern="0" spc="-4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Sequential</a:t>
            </a:r>
            <a:r>
              <a:rPr sz="14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158239" algn="l" rtl="0" eaLnBrk="0">
              <a:lnSpc>
                <a:spcPts val="1699"/>
              </a:lnSpc>
              <a:spcBef>
                <a:spcPts val="257"/>
              </a:spcBef>
              <a:tabLst/>
            </a:pPr>
            <a:r>
              <a:rPr sz="1400" b="1" kern="0" spc="-3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nn.Linear</a:t>
            </a:r>
            <a:r>
              <a:rPr sz="14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(10,</a:t>
            </a:r>
            <a:r>
              <a:rPr sz="1400" kern="0" spc="1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32),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158239" algn="l" rtl="0" eaLnBrk="0">
              <a:lnSpc>
                <a:spcPct val="92000"/>
              </a:lnSpc>
              <a:spcBef>
                <a:spcPts val="99"/>
              </a:spcBef>
              <a:tabLst/>
            </a:pPr>
            <a:r>
              <a:rPr sz="1400" b="1" kern="0" spc="-7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nn.Sigmoid</a:t>
            </a:r>
            <a:r>
              <a:rPr sz="1400" kern="0" spc="-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(),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158239" algn="l" rtl="0" eaLnBrk="0">
              <a:lnSpc>
                <a:spcPts val="1699"/>
              </a:lnSpc>
              <a:spcBef>
                <a:spcPts val="257"/>
              </a:spcBef>
              <a:tabLst/>
            </a:pPr>
            <a:r>
              <a:rPr sz="1400" b="1" kern="0" spc="-5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nn.Linear</a:t>
            </a:r>
            <a:r>
              <a:rPr sz="14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(32,</a:t>
            </a:r>
            <a:r>
              <a:rPr sz="1400" kern="0" spc="2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1)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786765" algn="l" rtl="0" eaLnBrk="0">
              <a:lnSpc>
                <a:spcPct val="96000"/>
              </a:lnSpc>
              <a:spcBef>
                <a:spcPts val="98"/>
              </a:spcBef>
              <a:tabLst/>
            </a:pP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</a:t>
            </a:r>
            <a:endParaRPr sz="15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1795" algn="l" rtl="0" eaLnBrk="0">
              <a:lnSpc>
                <a:spcPct val="95000"/>
              </a:lnSpc>
              <a:spcBef>
                <a:spcPts val="451"/>
              </a:spcBef>
              <a:tabLst/>
            </a:pP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def</a:t>
            </a: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b="1" kern="0" spc="-6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forward</a:t>
            </a: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(self,</a:t>
            </a:r>
            <a:r>
              <a:rPr sz="15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x):</a:t>
            </a:r>
            <a:endParaRPr sz="1500" dirty="0">
              <a:latin typeface="MS Gothic"/>
              <a:ea typeface="MS Gothic"/>
              <a:cs typeface="MS Gothic"/>
            </a:endParaRPr>
          </a:p>
          <a:p>
            <a:pPr marL="785494" algn="l" rtl="0" eaLnBrk="0">
              <a:lnSpc>
                <a:spcPct val="96000"/>
              </a:lnSpc>
              <a:spcBef>
                <a:spcPts val="84"/>
              </a:spcBef>
              <a:tabLst/>
            </a:pP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return</a:t>
            </a: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self.net(x)</a:t>
            </a:r>
            <a:endParaRPr sz="15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1848" name="textbox 1848"/>
          <p:cNvSpPr/>
          <p:nvPr/>
        </p:nvSpPr>
        <p:spPr>
          <a:xfrm>
            <a:off x="386370" y="497887"/>
            <a:ext cx="6058534" cy="553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torch.nn</a:t>
            </a: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-- Build your own neural n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etwor</a:t>
            </a:r>
            <a:r>
              <a:rPr sz="2600" b="1" kern="0" spc="-3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1850" name="table 1850"/>
          <p:cNvGraphicFramePr>
            <a:graphicFrameLocks noGrp="1"/>
          </p:cNvGraphicFramePr>
          <p:nvPr/>
        </p:nvGraphicFramePr>
        <p:xfrm>
          <a:off x="5518987" y="3128074"/>
          <a:ext cx="2956560" cy="379729"/>
        </p:xfrm>
        <a:graphic>
          <a:graphicData uri="http://schemas.openxmlformats.org/drawingml/2006/table">
            <a:tbl>
              <a:tblPr>
                <a:solidFill>
                  <a:srgbClr val="F3F3F3"/>
                </a:solidFill>
              </a:tblPr>
              <a:tblGrid>
                <a:gridCol w="2956560"/>
              </a:tblGrid>
              <a:tr h="3511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16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1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852" name="rect 1852"/>
          <p:cNvSpPr/>
          <p:nvPr/>
        </p:nvSpPr>
        <p:spPr>
          <a:xfrm>
            <a:off x="6179775" y="3757887"/>
            <a:ext cx="1635299" cy="551399"/>
          </a:xfrm>
          <a:prstGeom prst="rect">
            <a:avLst/>
          </a:prstGeom>
          <a:solidFill>
            <a:srgbClr val="F4CC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54" name="path 1854"/>
          <p:cNvSpPr/>
          <p:nvPr/>
        </p:nvSpPr>
        <p:spPr>
          <a:xfrm>
            <a:off x="2485712" y="2485712"/>
            <a:ext cx="5343649" cy="1837862"/>
          </a:xfrm>
          <a:custGeom>
            <a:avLst/>
            <a:gdLst/>
            <a:ahLst/>
            <a:cxnLst/>
            <a:rect l="0" t="0" r="0" b="0"/>
            <a:pathLst>
              <a:path w="8415" h="2894">
                <a:moveTo>
                  <a:pt x="5817" y="2148"/>
                </a:moveTo>
                <a:lnTo>
                  <a:pt x="5817" y="2148"/>
                </a:lnTo>
                <a:cubicBezTo>
                  <a:pt x="5817" y="2068"/>
                  <a:pt x="5882" y="2003"/>
                  <a:pt x="5962" y="2003"/>
                </a:cubicBezTo>
                <a:lnTo>
                  <a:pt x="8247" y="2003"/>
                </a:lnTo>
                <a:cubicBezTo>
                  <a:pt x="8286" y="2003"/>
                  <a:pt x="8323" y="2018"/>
                  <a:pt x="8350" y="2045"/>
                </a:cubicBezTo>
                <a:cubicBezTo>
                  <a:pt x="8377" y="2072"/>
                  <a:pt x="8392" y="2109"/>
                  <a:pt x="8392" y="2148"/>
                </a:cubicBezTo>
                <a:lnTo>
                  <a:pt x="8392" y="2727"/>
                </a:lnTo>
                <a:cubicBezTo>
                  <a:pt x="8392" y="2806"/>
                  <a:pt x="8327" y="2871"/>
                  <a:pt x="8247" y="2871"/>
                </a:cubicBezTo>
                <a:lnTo>
                  <a:pt x="5962" y="2871"/>
                </a:lnTo>
                <a:cubicBezTo>
                  <a:pt x="5882" y="2871"/>
                  <a:pt x="5817" y="2806"/>
                  <a:pt x="5817" y="2727"/>
                </a:cubicBezTo>
                <a:lnTo>
                  <a:pt x="5817" y="2148"/>
                </a:lnTo>
                <a:close/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88" name="group 188"/>
          <p:cNvGrpSpPr/>
          <p:nvPr/>
        </p:nvGrpSpPr>
        <p:grpSpPr>
          <a:xfrm rot="21600000">
            <a:off x="6157888" y="1697225"/>
            <a:ext cx="1671473" cy="579974"/>
            <a:chOff x="0" y="0"/>
            <a:chExt cx="1671473" cy="579974"/>
          </a:xfrm>
        </p:grpSpPr>
        <p:grpSp>
          <p:nvGrpSpPr>
            <p:cNvPr id="190" name="group 190"/>
            <p:cNvGrpSpPr/>
            <p:nvPr/>
          </p:nvGrpSpPr>
          <p:grpSpPr>
            <a:xfrm rot="21600000">
              <a:off x="-3672176" y="0"/>
              <a:ext cx="5343649" cy="579974"/>
              <a:chOff x="0" y="0"/>
              <a:chExt cx="5343649" cy="579974"/>
            </a:xfrm>
          </p:grpSpPr>
          <p:sp>
            <p:nvSpPr>
              <p:cNvPr id="1856" name="path 1856"/>
              <p:cNvSpPr/>
              <p:nvPr/>
            </p:nvSpPr>
            <p:spPr>
              <a:xfrm>
                <a:off x="3694062" y="14287"/>
                <a:ext cx="1635299" cy="551399"/>
              </a:xfrm>
              <a:custGeom>
                <a:avLst/>
                <a:gdLst/>
                <a:ahLst/>
                <a:cxnLst/>
                <a:rect l="0" t="0" r="0" b="0"/>
                <a:pathLst>
                  <a:path w="2575" h="868">
                    <a:moveTo>
                      <a:pt x="0" y="144"/>
                    </a:moveTo>
                    <a:lnTo>
                      <a:pt x="0" y="144"/>
                    </a:lnTo>
                    <a:cubicBezTo>
                      <a:pt x="0" y="64"/>
                      <a:pt x="64" y="0"/>
                      <a:pt x="144" y="0"/>
                    </a:cubicBezTo>
                    <a:lnTo>
                      <a:pt x="2430" y="0"/>
                    </a:lnTo>
                    <a:cubicBezTo>
                      <a:pt x="2468" y="0"/>
                      <a:pt x="2505" y="15"/>
                      <a:pt x="2532" y="42"/>
                    </a:cubicBezTo>
                    <a:cubicBezTo>
                      <a:pt x="2560" y="69"/>
                      <a:pt x="2575" y="106"/>
                      <a:pt x="2575" y="144"/>
                    </a:cubicBezTo>
                    <a:lnTo>
                      <a:pt x="2575" y="723"/>
                    </a:lnTo>
                    <a:cubicBezTo>
                      <a:pt x="2575" y="803"/>
                      <a:pt x="2510" y="868"/>
                      <a:pt x="2430" y="868"/>
                    </a:cubicBezTo>
                    <a:lnTo>
                      <a:pt x="144" y="868"/>
                    </a:lnTo>
                    <a:cubicBezTo>
                      <a:pt x="64" y="868"/>
                      <a:pt x="0" y="803"/>
                      <a:pt x="0" y="723"/>
                    </a:cubicBez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F4CCCC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8" name="path 1858"/>
              <p:cNvSpPr/>
              <p:nvPr/>
            </p:nvSpPr>
            <p:spPr>
              <a:xfrm>
                <a:off x="0" y="0"/>
                <a:ext cx="5343649" cy="579974"/>
              </a:xfrm>
              <a:custGeom>
                <a:avLst/>
                <a:gdLst/>
                <a:ahLst/>
                <a:cxnLst/>
                <a:rect l="0" t="0" r="0" b="0"/>
                <a:pathLst>
                  <a:path w="8415" h="913">
                    <a:moveTo>
                      <a:pt x="5817" y="167"/>
                    </a:moveTo>
                    <a:lnTo>
                      <a:pt x="5817" y="167"/>
                    </a:lnTo>
                    <a:cubicBezTo>
                      <a:pt x="5817" y="87"/>
                      <a:pt x="5882" y="22"/>
                      <a:pt x="5962" y="22"/>
                    </a:cubicBezTo>
                    <a:lnTo>
                      <a:pt x="8247" y="22"/>
                    </a:lnTo>
                    <a:cubicBezTo>
                      <a:pt x="8286" y="22"/>
                      <a:pt x="8323" y="37"/>
                      <a:pt x="8350" y="64"/>
                    </a:cubicBezTo>
                    <a:cubicBezTo>
                      <a:pt x="8377" y="92"/>
                      <a:pt x="8392" y="128"/>
                      <a:pt x="8392" y="167"/>
                    </a:cubicBezTo>
                    <a:lnTo>
                      <a:pt x="8392" y="746"/>
                    </a:lnTo>
                    <a:cubicBezTo>
                      <a:pt x="8392" y="826"/>
                      <a:pt x="8327" y="890"/>
                      <a:pt x="8247" y="890"/>
                    </a:cubicBezTo>
                    <a:lnTo>
                      <a:pt x="5962" y="890"/>
                    </a:lnTo>
                    <a:cubicBezTo>
                      <a:pt x="5882" y="890"/>
                      <a:pt x="5817" y="826"/>
                      <a:pt x="5817" y="746"/>
                    </a:cubicBezTo>
                    <a:lnTo>
                      <a:pt x="5817" y="167"/>
                    </a:lnTo>
                    <a:close/>
                  </a:path>
                </a:pathLst>
              </a:cu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60" name="textbox 1860"/>
            <p:cNvSpPr/>
            <p:nvPr/>
          </p:nvSpPr>
          <p:spPr>
            <a:xfrm>
              <a:off x="-12700" y="-12700"/>
              <a:ext cx="1697354" cy="6521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24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75944" algn="l" rtl="0" eaLnBrk="0">
                <a:lnSpc>
                  <a:spcPct val="82000"/>
                </a:lnSpc>
                <a:tabLst/>
              </a:pPr>
              <a:r>
                <a:rPr sz="16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Linear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862" name="rect 1862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92" name="group 192"/>
          <p:cNvGrpSpPr/>
          <p:nvPr/>
        </p:nvGrpSpPr>
        <p:grpSpPr>
          <a:xfrm rot="21600000">
            <a:off x="6157888" y="2510379"/>
            <a:ext cx="1671473" cy="382340"/>
            <a:chOff x="0" y="0"/>
            <a:chExt cx="1671473" cy="382340"/>
          </a:xfrm>
        </p:grpSpPr>
        <p:grpSp>
          <p:nvGrpSpPr>
            <p:cNvPr id="194" name="group 194"/>
            <p:cNvGrpSpPr/>
            <p:nvPr/>
          </p:nvGrpSpPr>
          <p:grpSpPr>
            <a:xfrm rot="21600000">
              <a:off x="-3672176" y="-24667"/>
              <a:ext cx="5343649" cy="407007"/>
              <a:chOff x="0" y="0"/>
              <a:chExt cx="5343649" cy="407007"/>
            </a:xfrm>
          </p:grpSpPr>
          <p:sp>
            <p:nvSpPr>
              <p:cNvPr id="1864" name="path 1864"/>
              <p:cNvSpPr/>
              <p:nvPr/>
            </p:nvSpPr>
            <p:spPr>
              <a:xfrm>
                <a:off x="3694062" y="41120"/>
                <a:ext cx="1635299" cy="351600"/>
              </a:xfrm>
              <a:custGeom>
                <a:avLst/>
                <a:gdLst/>
                <a:ahLst/>
                <a:cxnLst/>
                <a:rect l="0" t="0" r="0" b="0"/>
                <a:pathLst>
                  <a:path w="2575" h="553">
                    <a:moveTo>
                      <a:pt x="0" y="92"/>
                    </a:moveTo>
                    <a:lnTo>
                      <a:pt x="0" y="92"/>
                    </a:lnTo>
                    <a:cubicBezTo>
                      <a:pt x="0" y="41"/>
                      <a:pt x="41" y="0"/>
                      <a:pt x="92" y="0"/>
                    </a:cubicBezTo>
                    <a:lnTo>
                      <a:pt x="2482" y="0"/>
                    </a:lnTo>
                    <a:cubicBezTo>
                      <a:pt x="2507" y="0"/>
                      <a:pt x="2530" y="9"/>
                      <a:pt x="2548" y="27"/>
                    </a:cubicBezTo>
                    <a:cubicBezTo>
                      <a:pt x="2565" y="44"/>
                      <a:pt x="2575" y="67"/>
                      <a:pt x="2575" y="92"/>
                    </a:cubicBezTo>
                    <a:lnTo>
                      <a:pt x="2575" y="461"/>
                    </a:lnTo>
                    <a:cubicBezTo>
                      <a:pt x="2575" y="512"/>
                      <a:pt x="2533" y="553"/>
                      <a:pt x="2482" y="553"/>
                    </a:cubicBezTo>
                    <a:lnTo>
                      <a:pt x="92" y="553"/>
                    </a:lnTo>
                    <a:cubicBezTo>
                      <a:pt x="41" y="553"/>
                      <a:pt x="0" y="512"/>
                      <a:pt x="0" y="461"/>
                    </a:cubicBezTo>
                    <a:lnTo>
                      <a:pt x="0" y="92"/>
                    </a:lnTo>
                    <a:close/>
                  </a:path>
                </a:pathLst>
              </a:custGeom>
              <a:solidFill>
                <a:srgbClr val="FFF2CC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6" name="path 1866"/>
              <p:cNvSpPr/>
              <p:nvPr/>
            </p:nvSpPr>
            <p:spPr>
              <a:xfrm>
                <a:off x="0" y="0"/>
                <a:ext cx="5343649" cy="407007"/>
              </a:xfrm>
              <a:custGeom>
                <a:avLst/>
                <a:gdLst/>
                <a:ahLst/>
                <a:cxnLst/>
                <a:rect l="0" t="0" r="0" b="0"/>
                <a:pathLst>
                  <a:path w="8415" h="640">
                    <a:moveTo>
                      <a:pt x="5817" y="157"/>
                    </a:moveTo>
                    <a:lnTo>
                      <a:pt x="5817" y="157"/>
                    </a:lnTo>
                    <a:cubicBezTo>
                      <a:pt x="5817" y="106"/>
                      <a:pt x="5858" y="64"/>
                      <a:pt x="5909" y="64"/>
                    </a:cubicBezTo>
                    <a:lnTo>
                      <a:pt x="8300" y="64"/>
                    </a:lnTo>
                    <a:cubicBezTo>
                      <a:pt x="8324" y="64"/>
                      <a:pt x="8348" y="74"/>
                      <a:pt x="8365" y="91"/>
                    </a:cubicBezTo>
                    <a:cubicBezTo>
                      <a:pt x="8382" y="109"/>
                      <a:pt x="8392" y="132"/>
                      <a:pt x="8392" y="157"/>
                    </a:cubicBezTo>
                    <a:lnTo>
                      <a:pt x="8392" y="526"/>
                    </a:lnTo>
                    <a:cubicBezTo>
                      <a:pt x="8392" y="577"/>
                      <a:pt x="8351" y="618"/>
                      <a:pt x="8300" y="618"/>
                    </a:cubicBezTo>
                    <a:lnTo>
                      <a:pt x="5909" y="618"/>
                    </a:lnTo>
                    <a:cubicBezTo>
                      <a:pt x="5858" y="618"/>
                      <a:pt x="5817" y="577"/>
                      <a:pt x="5817" y="526"/>
                    </a:cubicBezTo>
                    <a:lnTo>
                      <a:pt x="5817" y="157"/>
                    </a:lnTo>
                    <a:close/>
                  </a:path>
                </a:pathLst>
              </a:cu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68" name="textbox 1868"/>
            <p:cNvSpPr/>
            <p:nvPr/>
          </p:nvSpPr>
          <p:spPr>
            <a:xfrm>
              <a:off x="-12700" y="-12700"/>
              <a:ext cx="1697354" cy="4140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481330" algn="l" rtl="0" eaLnBrk="0">
                <a:lnSpc>
                  <a:spcPct val="87000"/>
                </a:lnSpc>
                <a:spcBef>
                  <a:spcPts val="2"/>
                </a:spcBef>
                <a:tabLst/>
              </a:pPr>
              <a:r>
                <a:rPr sz="16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Sigmoid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</p:grpSp>
      <p:graphicFrame>
        <p:nvGraphicFramePr>
          <p:cNvPr id="1870" name="table 1870"/>
          <p:cNvGraphicFramePr>
            <a:graphicFrameLocks noGrp="1"/>
          </p:cNvGraphicFramePr>
          <p:nvPr/>
        </p:nvGraphicFramePr>
        <p:xfrm>
          <a:off x="6645637" y="4558924"/>
          <a:ext cx="702944" cy="379729"/>
        </p:xfrm>
        <a:graphic>
          <a:graphicData uri="http://schemas.openxmlformats.org/drawingml/2006/table">
            <a:tbl>
              <a:tblPr>
                <a:solidFill>
                  <a:srgbClr val="F3F3F3"/>
                </a:solidFill>
              </a:tblPr>
              <a:tblGrid>
                <a:gridCol w="702944"/>
              </a:tblGrid>
              <a:tr h="3511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0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16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72" name="table 1872"/>
          <p:cNvGraphicFramePr>
            <a:graphicFrameLocks noGrp="1"/>
          </p:cNvGraphicFramePr>
          <p:nvPr/>
        </p:nvGraphicFramePr>
        <p:xfrm>
          <a:off x="6791737" y="1081737"/>
          <a:ext cx="410844" cy="379729"/>
        </p:xfrm>
        <a:graphic>
          <a:graphicData uri="http://schemas.openxmlformats.org/drawingml/2006/table">
            <a:tbl>
              <a:tblPr>
                <a:solidFill>
                  <a:srgbClr val="F3F3F3"/>
                </a:solidFill>
              </a:tblPr>
              <a:tblGrid>
                <a:gridCol w="410844"/>
              </a:tblGrid>
              <a:tr h="3511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8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874" name="textbox 1874"/>
          <p:cNvSpPr/>
          <p:nvPr/>
        </p:nvSpPr>
        <p:spPr>
          <a:xfrm>
            <a:off x="6708939" y="3940750"/>
            <a:ext cx="596900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Linear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196"/>
          <p:cNvGrpSpPr/>
          <p:nvPr/>
        </p:nvGrpSpPr>
        <p:grpSpPr>
          <a:xfrm rot="21600000">
            <a:off x="2490474" y="2490474"/>
            <a:ext cx="2387525" cy="1281700"/>
            <a:chOff x="0" y="0"/>
            <a:chExt cx="2387525" cy="1281700"/>
          </a:xfrm>
        </p:grpSpPr>
        <p:sp>
          <p:nvSpPr>
            <p:cNvPr id="1876" name="path 1876"/>
            <p:cNvSpPr/>
            <p:nvPr/>
          </p:nvSpPr>
          <p:spPr>
            <a:xfrm>
              <a:off x="773599" y="47507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78" name="path 1878"/>
            <p:cNvSpPr/>
            <p:nvPr/>
          </p:nvSpPr>
          <p:spPr>
            <a:xfrm>
              <a:off x="0" y="0"/>
              <a:ext cx="2387525" cy="1281700"/>
            </a:xfrm>
            <a:custGeom>
              <a:avLst/>
              <a:gdLst/>
              <a:ahLst/>
              <a:cxnLst/>
              <a:rect l="0" t="0" r="0" b="0"/>
              <a:pathLst>
                <a:path w="3759" h="2018">
                  <a:moveTo>
                    <a:pt x="1218" y="957"/>
                  </a:moveTo>
                  <a:lnTo>
                    <a:pt x="1218" y="957"/>
                  </a:lnTo>
                  <a:cubicBezTo>
                    <a:pt x="1218" y="841"/>
                    <a:pt x="1311" y="748"/>
                    <a:pt x="1427" y="748"/>
                  </a:cubicBezTo>
                  <a:lnTo>
                    <a:pt x="3535" y="748"/>
                  </a:lnTo>
                  <a:cubicBezTo>
                    <a:pt x="3591" y="748"/>
                    <a:pt x="3644" y="770"/>
                    <a:pt x="3683" y="809"/>
                  </a:cubicBezTo>
                  <a:cubicBezTo>
                    <a:pt x="3722" y="848"/>
                    <a:pt x="3744" y="901"/>
                    <a:pt x="3744" y="957"/>
                  </a:cubicBezTo>
                  <a:lnTo>
                    <a:pt x="3744" y="1794"/>
                  </a:lnTo>
                  <a:cubicBezTo>
                    <a:pt x="3744" y="1909"/>
                    <a:pt x="3651" y="2003"/>
                    <a:pt x="3535" y="2003"/>
                  </a:cubicBezTo>
                  <a:lnTo>
                    <a:pt x="1427" y="2003"/>
                  </a:lnTo>
                  <a:cubicBezTo>
                    <a:pt x="1311" y="2003"/>
                    <a:pt x="1218" y="1909"/>
                    <a:pt x="1218" y="1794"/>
                  </a:cubicBezTo>
                  <a:lnTo>
                    <a:pt x="1218" y="957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98" name="group 198"/>
          <p:cNvGrpSpPr/>
          <p:nvPr/>
        </p:nvGrpSpPr>
        <p:grpSpPr>
          <a:xfrm rot="21600000">
            <a:off x="4025858" y="2061299"/>
            <a:ext cx="80831" cy="879608"/>
            <a:chOff x="0" y="0"/>
            <a:chExt cx="80831" cy="879608"/>
          </a:xfrm>
        </p:grpSpPr>
        <p:sp>
          <p:nvSpPr>
            <p:cNvPr id="1880" name="path 1880"/>
            <p:cNvSpPr/>
            <p:nvPr/>
          </p:nvSpPr>
          <p:spPr>
            <a:xfrm>
              <a:off x="30891" y="0"/>
              <a:ext cx="19050" cy="789900"/>
            </a:xfrm>
            <a:custGeom>
              <a:avLst/>
              <a:gdLst/>
              <a:ahLst/>
              <a:cxnLst/>
              <a:rect l="0" t="0" r="0" b="0"/>
              <a:pathLst>
                <a:path w="30" h="1243">
                  <a:moveTo>
                    <a:pt x="15" y="0"/>
                  </a:moveTo>
                  <a:lnTo>
                    <a:pt x="15" y="124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82" name="path 1882"/>
            <p:cNvSpPr/>
            <p:nvPr/>
          </p:nvSpPr>
          <p:spPr>
            <a:xfrm>
              <a:off x="0" y="780375"/>
              <a:ext cx="80831" cy="99233"/>
            </a:xfrm>
            <a:custGeom>
              <a:avLst/>
              <a:gdLst/>
              <a:ahLst/>
              <a:cxnLst/>
              <a:rect l="0" t="0" r="0" b="0"/>
              <a:pathLst>
                <a:path w="127" h="156">
                  <a:moveTo>
                    <a:pt x="14" y="15"/>
                  </a:moveTo>
                  <a:lnTo>
                    <a:pt x="63" y="151"/>
                  </a:lnTo>
                  <a:lnTo>
                    <a:pt x="113" y="15"/>
                  </a:lnTo>
                  <a:lnTo>
                    <a:pt x="14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00" name="group 200"/>
          <p:cNvGrpSpPr/>
          <p:nvPr/>
        </p:nvGrpSpPr>
        <p:grpSpPr>
          <a:xfrm rot="21600000">
            <a:off x="2490474" y="2490474"/>
            <a:ext cx="3991925" cy="2185950"/>
            <a:chOff x="0" y="0"/>
            <a:chExt cx="3991925" cy="2185950"/>
          </a:xfrm>
        </p:grpSpPr>
        <p:sp>
          <p:nvSpPr>
            <p:cNvPr id="1884" name="path 1884"/>
            <p:cNvSpPr/>
            <p:nvPr/>
          </p:nvSpPr>
          <p:spPr>
            <a:xfrm>
              <a:off x="0" y="0"/>
              <a:ext cx="1616790" cy="456700"/>
            </a:xfrm>
            <a:custGeom>
              <a:avLst/>
              <a:gdLst/>
              <a:ahLst/>
              <a:cxnLst/>
              <a:rect l="0" t="0" r="0" b="0"/>
              <a:pathLst>
                <a:path w="2546" h="719">
                  <a:moveTo>
                    <a:pt x="2432" y="568"/>
                  </a:moveTo>
                  <a:moveTo>
                    <a:pt x="2432" y="568"/>
                  </a:moveTo>
                  <a:lnTo>
                    <a:pt x="2481" y="704"/>
                  </a:lnTo>
                  <a:lnTo>
                    <a:pt x="2531" y="568"/>
                  </a:lnTo>
                  <a:lnTo>
                    <a:pt x="2432" y="56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86" name="path 1886"/>
            <p:cNvSpPr/>
            <p:nvPr/>
          </p:nvSpPr>
          <p:spPr>
            <a:xfrm>
              <a:off x="2378000" y="137932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3F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88" name="path 1888"/>
            <p:cNvSpPr/>
            <p:nvPr/>
          </p:nvSpPr>
          <p:spPr>
            <a:xfrm>
              <a:off x="0" y="0"/>
              <a:ext cx="3991925" cy="2185950"/>
            </a:xfrm>
            <a:custGeom>
              <a:avLst/>
              <a:gdLst/>
              <a:ahLst/>
              <a:cxnLst/>
              <a:rect l="0" t="0" r="0" b="0"/>
              <a:pathLst>
                <a:path w="6286" h="3442">
                  <a:moveTo>
                    <a:pt x="3744" y="2381"/>
                  </a:moveTo>
                  <a:lnTo>
                    <a:pt x="3744" y="2381"/>
                  </a:lnTo>
                  <a:cubicBezTo>
                    <a:pt x="3744" y="2265"/>
                    <a:pt x="3838" y="2172"/>
                    <a:pt x="3954" y="2172"/>
                  </a:cubicBezTo>
                  <a:lnTo>
                    <a:pt x="6062" y="2172"/>
                  </a:lnTo>
                  <a:cubicBezTo>
                    <a:pt x="6117" y="2172"/>
                    <a:pt x="6170" y="2194"/>
                    <a:pt x="6210" y="2233"/>
                  </a:cubicBezTo>
                  <a:cubicBezTo>
                    <a:pt x="6249" y="2272"/>
                    <a:pt x="6271" y="2325"/>
                    <a:pt x="6271" y="2381"/>
                  </a:cubicBezTo>
                  <a:lnTo>
                    <a:pt x="6271" y="3218"/>
                  </a:lnTo>
                  <a:cubicBezTo>
                    <a:pt x="6271" y="3333"/>
                    <a:pt x="6177" y="3427"/>
                    <a:pt x="6062" y="3427"/>
                  </a:cubicBezTo>
                  <a:lnTo>
                    <a:pt x="3954" y="3427"/>
                  </a:lnTo>
                  <a:cubicBezTo>
                    <a:pt x="3838" y="3427"/>
                    <a:pt x="3744" y="3333"/>
                    <a:pt x="3744" y="3218"/>
                  </a:cubicBezTo>
                  <a:lnTo>
                    <a:pt x="3744" y="2381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02" name="group 202"/>
          <p:cNvGrpSpPr/>
          <p:nvPr/>
        </p:nvGrpSpPr>
        <p:grpSpPr>
          <a:xfrm rot="21600000">
            <a:off x="1057175" y="2051774"/>
            <a:ext cx="1623449" cy="816149"/>
            <a:chOff x="0" y="0"/>
            <a:chExt cx="1623449" cy="816149"/>
          </a:xfrm>
        </p:grpSpPr>
        <p:sp>
          <p:nvSpPr>
            <p:cNvPr id="1890" name="path 1890"/>
            <p:cNvSpPr/>
            <p:nvPr/>
          </p:nvSpPr>
          <p:spPr>
            <a:xfrm>
              <a:off x="9525" y="952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92" name="path 1892"/>
            <p:cNvSpPr/>
            <p:nvPr/>
          </p:nvSpPr>
          <p:spPr>
            <a:xfrm>
              <a:off x="0" y="0"/>
              <a:ext cx="1623449" cy="816149"/>
            </a:xfrm>
            <a:custGeom>
              <a:avLst/>
              <a:gdLst/>
              <a:ahLst/>
              <a:cxnLst/>
              <a:rect l="0" t="0" r="0" b="0"/>
              <a:pathLst>
                <a:path w="2556" h="1285">
                  <a:moveTo>
                    <a:pt x="15" y="224"/>
                  </a:moveTo>
                  <a:lnTo>
                    <a:pt x="15" y="224"/>
                  </a:lnTo>
                  <a:cubicBezTo>
                    <a:pt x="15" y="108"/>
                    <a:pt x="108" y="15"/>
                    <a:pt x="224" y="15"/>
                  </a:cubicBezTo>
                  <a:lnTo>
                    <a:pt x="2332" y="15"/>
                  </a:lnTo>
                  <a:cubicBezTo>
                    <a:pt x="2387" y="15"/>
                    <a:pt x="2441" y="37"/>
                    <a:pt x="2480" y="76"/>
                  </a:cubicBezTo>
                  <a:cubicBezTo>
                    <a:pt x="2519" y="115"/>
                    <a:pt x="2541" y="168"/>
                    <a:pt x="2541" y="224"/>
                  </a:cubicBezTo>
                  <a:lnTo>
                    <a:pt x="2541" y="1061"/>
                  </a:lnTo>
                  <a:cubicBezTo>
                    <a:pt x="2541" y="1176"/>
                    <a:pt x="2447" y="1270"/>
                    <a:pt x="2332" y="1270"/>
                  </a:cubicBezTo>
                  <a:lnTo>
                    <a:pt x="224" y="1270"/>
                  </a:lnTo>
                  <a:cubicBezTo>
                    <a:pt x="108" y="1270"/>
                    <a:pt x="15" y="1176"/>
                    <a:pt x="15" y="1061"/>
                  </a:cubicBezTo>
                  <a:lnTo>
                    <a:pt x="15" y="22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04" name="group 204"/>
          <p:cNvGrpSpPr/>
          <p:nvPr/>
        </p:nvGrpSpPr>
        <p:grpSpPr>
          <a:xfrm rot="21600000">
            <a:off x="1057175" y="2490474"/>
            <a:ext cx="1623449" cy="1281700"/>
            <a:chOff x="0" y="0"/>
            <a:chExt cx="1623449" cy="1281700"/>
          </a:xfrm>
        </p:grpSpPr>
        <p:sp>
          <p:nvSpPr>
            <p:cNvPr id="1894" name="path 1894"/>
            <p:cNvSpPr/>
            <p:nvPr/>
          </p:nvSpPr>
          <p:spPr>
            <a:xfrm>
              <a:off x="9525" y="47507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96" name="path 1896"/>
            <p:cNvSpPr/>
            <p:nvPr/>
          </p:nvSpPr>
          <p:spPr>
            <a:xfrm>
              <a:off x="0" y="0"/>
              <a:ext cx="1623449" cy="1281700"/>
            </a:xfrm>
            <a:custGeom>
              <a:avLst/>
              <a:gdLst/>
              <a:ahLst/>
              <a:cxnLst/>
              <a:rect l="0" t="0" r="0" b="0"/>
              <a:pathLst>
                <a:path w="2556" h="2018">
                  <a:moveTo>
                    <a:pt x="15" y="957"/>
                  </a:moveTo>
                  <a:lnTo>
                    <a:pt x="15" y="957"/>
                  </a:lnTo>
                  <a:cubicBezTo>
                    <a:pt x="15" y="841"/>
                    <a:pt x="108" y="748"/>
                    <a:pt x="224" y="748"/>
                  </a:cubicBezTo>
                  <a:lnTo>
                    <a:pt x="2332" y="748"/>
                  </a:lnTo>
                  <a:cubicBezTo>
                    <a:pt x="2387" y="748"/>
                    <a:pt x="2441" y="770"/>
                    <a:pt x="2480" y="809"/>
                  </a:cubicBezTo>
                  <a:cubicBezTo>
                    <a:pt x="2519" y="848"/>
                    <a:pt x="2541" y="901"/>
                    <a:pt x="2541" y="957"/>
                  </a:cubicBezTo>
                  <a:lnTo>
                    <a:pt x="2541" y="1794"/>
                  </a:lnTo>
                  <a:cubicBezTo>
                    <a:pt x="2541" y="1909"/>
                    <a:pt x="2447" y="2003"/>
                    <a:pt x="2332" y="2003"/>
                  </a:cubicBezTo>
                  <a:lnTo>
                    <a:pt x="224" y="2003"/>
                  </a:lnTo>
                  <a:cubicBezTo>
                    <a:pt x="108" y="2003"/>
                    <a:pt x="15" y="1909"/>
                    <a:pt x="15" y="1794"/>
                  </a:cubicBezTo>
                  <a:lnTo>
                    <a:pt x="15" y="957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06" name="group 206"/>
          <p:cNvGrpSpPr/>
          <p:nvPr/>
        </p:nvGrpSpPr>
        <p:grpSpPr>
          <a:xfrm rot="21600000">
            <a:off x="1047650" y="2480949"/>
            <a:ext cx="1642499" cy="2205000"/>
            <a:chOff x="0" y="0"/>
            <a:chExt cx="1642499" cy="2205000"/>
          </a:xfrm>
        </p:grpSpPr>
        <p:sp>
          <p:nvSpPr>
            <p:cNvPr id="1898" name="path 1898"/>
            <p:cNvSpPr/>
            <p:nvPr/>
          </p:nvSpPr>
          <p:spPr>
            <a:xfrm>
              <a:off x="19050" y="1388850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00" name="path 1900"/>
            <p:cNvSpPr/>
            <p:nvPr/>
          </p:nvSpPr>
          <p:spPr>
            <a:xfrm>
              <a:off x="0" y="0"/>
              <a:ext cx="1642499" cy="2205000"/>
            </a:xfrm>
            <a:custGeom>
              <a:avLst/>
              <a:gdLst/>
              <a:ahLst/>
              <a:cxnLst/>
              <a:rect l="0" t="0" r="0" b="0"/>
              <a:pathLst>
                <a:path w="2586" h="3472">
                  <a:moveTo>
                    <a:pt x="30" y="2396"/>
                  </a:moveTo>
                  <a:lnTo>
                    <a:pt x="30" y="2396"/>
                  </a:lnTo>
                  <a:cubicBezTo>
                    <a:pt x="30" y="2280"/>
                    <a:pt x="123" y="2187"/>
                    <a:pt x="239" y="2187"/>
                  </a:cubicBezTo>
                  <a:lnTo>
                    <a:pt x="2347" y="2187"/>
                  </a:lnTo>
                  <a:cubicBezTo>
                    <a:pt x="2402" y="2187"/>
                    <a:pt x="2456" y="2209"/>
                    <a:pt x="2495" y="2248"/>
                  </a:cubicBezTo>
                  <a:cubicBezTo>
                    <a:pt x="2534" y="2287"/>
                    <a:pt x="2556" y="2340"/>
                    <a:pt x="2556" y="2396"/>
                  </a:cubicBezTo>
                  <a:lnTo>
                    <a:pt x="2556" y="3233"/>
                  </a:lnTo>
                  <a:cubicBezTo>
                    <a:pt x="2556" y="3348"/>
                    <a:pt x="2462" y="3442"/>
                    <a:pt x="2347" y="3442"/>
                  </a:cubicBezTo>
                  <a:lnTo>
                    <a:pt x="239" y="3442"/>
                  </a:lnTo>
                  <a:cubicBezTo>
                    <a:pt x="123" y="3442"/>
                    <a:pt x="30" y="3348"/>
                    <a:pt x="30" y="3233"/>
                  </a:cubicBezTo>
                  <a:lnTo>
                    <a:pt x="30" y="2396"/>
                  </a:lnTo>
                  <a:close/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08" name="group 208"/>
          <p:cNvGrpSpPr/>
          <p:nvPr/>
        </p:nvGrpSpPr>
        <p:grpSpPr>
          <a:xfrm rot="21600000">
            <a:off x="2490474" y="2454625"/>
            <a:ext cx="767975" cy="1818948"/>
            <a:chOff x="0" y="0"/>
            <a:chExt cx="767975" cy="1818948"/>
          </a:xfrm>
        </p:grpSpPr>
        <p:sp>
          <p:nvSpPr>
            <p:cNvPr id="1902" name="path 1902"/>
            <p:cNvSpPr/>
            <p:nvPr/>
          </p:nvSpPr>
          <p:spPr>
            <a:xfrm>
              <a:off x="172660" y="0"/>
              <a:ext cx="546338" cy="819074"/>
            </a:xfrm>
            <a:custGeom>
              <a:avLst/>
              <a:gdLst/>
              <a:ahLst/>
              <a:cxnLst/>
              <a:rect l="0" t="0" r="0" b="0"/>
              <a:pathLst>
                <a:path w="860" h="1289">
                  <a:moveTo>
                    <a:pt x="12" y="8"/>
                  </a:moveTo>
                  <a:lnTo>
                    <a:pt x="847" y="1281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04" name="path 1904"/>
            <p:cNvSpPr/>
            <p:nvPr/>
          </p:nvSpPr>
          <p:spPr>
            <a:xfrm>
              <a:off x="0" y="35849"/>
              <a:ext cx="767975" cy="859813"/>
            </a:xfrm>
            <a:custGeom>
              <a:avLst/>
              <a:gdLst/>
              <a:ahLst/>
              <a:cxnLst/>
              <a:rect l="0" t="0" r="0" b="0"/>
              <a:pathLst>
                <a:path w="1209" h="1354">
                  <a:moveTo>
                    <a:pt x="1078" y="1252"/>
                  </a:moveTo>
                  <a:lnTo>
                    <a:pt x="1194" y="1339"/>
                  </a:lnTo>
                  <a:lnTo>
                    <a:pt x="1161" y="1198"/>
                  </a:lnTo>
                  <a:lnTo>
                    <a:pt x="1078" y="125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06" name="path 1906"/>
            <p:cNvSpPr/>
            <p:nvPr/>
          </p:nvSpPr>
          <p:spPr>
            <a:xfrm>
              <a:off x="180625" y="899949"/>
              <a:ext cx="478800" cy="19050"/>
            </a:xfrm>
            <a:custGeom>
              <a:avLst/>
              <a:gdLst/>
              <a:ahLst/>
              <a:cxnLst/>
              <a:rect l="0" t="0" r="0" b="0"/>
              <a:pathLst>
                <a:path w="754" h="30">
                  <a:moveTo>
                    <a:pt x="0" y="15"/>
                  </a:moveTo>
                  <a:lnTo>
                    <a:pt x="754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08" name="path 1908"/>
            <p:cNvSpPr/>
            <p:nvPr/>
          </p:nvSpPr>
          <p:spPr>
            <a:xfrm>
              <a:off x="0" y="35849"/>
              <a:ext cx="755400" cy="914615"/>
            </a:xfrm>
            <a:custGeom>
              <a:avLst/>
              <a:gdLst/>
              <a:ahLst/>
              <a:cxnLst/>
              <a:rect l="0" t="0" r="0" b="0"/>
              <a:pathLst>
                <a:path w="1189" h="1440">
                  <a:moveTo>
                    <a:pt x="1038" y="1425"/>
                  </a:moveTo>
                  <a:lnTo>
                    <a:pt x="1174" y="1375"/>
                  </a:lnTo>
                  <a:lnTo>
                    <a:pt x="1038" y="1326"/>
                  </a:lnTo>
                  <a:lnTo>
                    <a:pt x="1038" y="1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10" name="path 1910"/>
            <p:cNvSpPr/>
            <p:nvPr/>
          </p:nvSpPr>
          <p:spPr>
            <a:xfrm>
              <a:off x="172660" y="999873"/>
              <a:ext cx="546338" cy="819074"/>
            </a:xfrm>
            <a:custGeom>
              <a:avLst/>
              <a:gdLst/>
              <a:ahLst/>
              <a:cxnLst/>
              <a:rect l="0" t="0" r="0" b="0"/>
              <a:pathLst>
                <a:path w="860" h="1289">
                  <a:moveTo>
                    <a:pt x="12" y="1281"/>
                  </a:moveTo>
                  <a:lnTo>
                    <a:pt x="847" y="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12" name="path 1912"/>
            <p:cNvSpPr/>
            <p:nvPr/>
          </p:nvSpPr>
          <p:spPr>
            <a:xfrm>
              <a:off x="0" y="35849"/>
              <a:ext cx="767975" cy="996032"/>
            </a:xfrm>
            <a:custGeom>
              <a:avLst/>
              <a:gdLst/>
              <a:ahLst/>
              <a:cxnLst/>
              <a:rect l="0" t="0" r="0" b="0"/>
              <a:pathLst>
                <a:path w="1209" h="1568">
                  <a:moveTo>
                    <a:pt x="1161" y="1553"/>
                  </a:moveTo>
                  <a:lnTo>
                    <a:pt x="1194" y="1412"/>
                  </a:lnTo>
                  <a:lnTo>
                    <a:pt x="1078" y="1499"/>
                  </a:lnTo>
                  <a:lnTo>
                    <a:pt x="1161" y="15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10" name="group 210"/>
          <p:cNvGrpSpPr/>
          <p:nvPr/>
        </p:nvGrpSpPr>
        <p:grpSpPr>
          <a:xfrm rot="21600000">
            <a:off x="4051354" y="2946832"/>
            <a:ext cx="4035445" cy="1331042"/>
            <a:chOff x="0" y="0"/>
            <a:chExt cx="4035445" cy="1331042"/>
          </a:xfrm>
        </p:grpSpPr>
        <p:grpSp>
          <p:nvGrpSpPr>
            <p:cNvPr id="212" name="group 212"/>
            <p:cNvGrpSpPr/>
            <p:nvPr/>
          </p:nvGrpSpPr>
          <p:grpSpPr>
            <a:xfrm rot="21600000">
              <a:off x="-1560879" y="-456357"/>
              <a:ext cx="5596325" cy="1787400"/>
              <a:chOff x="0" y="0"/>
              <a:chExt cx="5596325" cy="1787400"/>
            </a:xfrm>
          </p:grpSpPr>
          <p:sp>
            <p:nvSpPr>
              <p:cNvPr id="1914" name="path 1914"/>
              <p:cNvSpPr/>
              <p:nvPr/>
            </p:nvSpPr>
            <p:spPr>
              <a:xfrm>
                <a:off x="0" y="0"/>
                <a:ext cx="3164644" cy="1277435"/>
              </a:xfrm>
              <a:custGeom>
                <a:avLst/>
                <a:gdLst/>
                <a:ahLst/>
                <a:cxnLst/>
                <a:rect l="0" t="0" r="0" b="0"/>
                <a:pathLst>
                  <a:path w="4983" h="2011">
                    <a:moveTo>
                      <a:pt x="3744" y="1375"/>
                    </a:moveTo>
                    <a:cubicBezTo>
                      <a:pt x="4060" y="1375"/>
                      <a:pt x="4376" y="1475"/>
                      <a:pt x="4613" y="1624"/>
                    </a:cubicBezTo>
                    <a:cubicBezTo>
                      <a:pt x="4731" y="1699"/>
                      <a:pt x="4830" y="1786"/>
                      <a:pt x="4899" y="1879"/>
                    </a:cubicBezTo>
                    <a:cubicBezTo>
                      <a:pt x="4916" y="1903"/>
                      <a:pt x="4932" y="1926"/>
                      <a:pt x="4945" y="1950"/>
                    </a:cubicBezTo>
                    <a:cubicBezTo>
                      <a:pt x="4952" y="1962"/>
                      <a:pt x="4958" y="1975"/>
                      <a:pt x="4964" y="1987"/>
                    </a:cubicBezTo>
                    <a:cubicBezTo>
                      <a:pt x="4965" y="1990"/>
                      <a:pt x="4967" y="1993"/>
                      <a:pt x="4968" y="1996"/>
                    </a:cubicBezTo>
                    <a:lnTo>
                      <a:pt x="4968" y="1996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6" name="path 1916"/>
              <p:cNvSpPr/>
              <p:nvPr/>
            </p:nvSpPr>
            <p:spPr>
              <a:xfrm>
                <a:off x="0" y="0"/>
                <a:ext cx="3195343" cy="1361778"/>
              </a:xfrm>
              <a:custGeom>
                <a:avLst/>
                <a:gdLst/>
                <a:ahLst/>
                <a:cxnLst/>
                <a:rect l="0" t="0" r="0" b="0"/>
                <a:pathLst>
                  <a:path w="5032" h="2144">
                    <a:moveTo>
                      <a:pt x="4920" y="2007"/>
                    </a:moveTo>
                    <a:lnTo>
                      <a:pt x="4998" y="2129"/>
                    </a:lnTo>
                    <a:lnTo>
                      <a:pt x="5017" y="1985"/>
                    </a:lnTo>
                    <a:lnTo>
                      <a:pt x="4920" y="2007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19050" cap="flat">
                <a:solidFill>
                  <a:srgbClr val="00000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8" name="path 1918"/>
              <p:cNvSpPr/>
              <p:nvPr/>
            </p:nvSpPr>
            <p:spPr>
              <a:xfrm>
                <a:off x="0" y="0"/>
                <a:ext cx="2387525" cy="1787400"/>
              </a:xfrm>
              <a:custGeom>
                <a:avLst/>
                <a:gdLst/>
                <a:ahLst/>
                <a:cxnLst/>
                <a:rect l="0" t="0" r="0" b="0"/>
                <a:pathLst>
                  <a:path w="3759" h="2814">
                    <a:moveTo>
                      <a:pt x="3744" y="2799"/>
                    </a:moveTo>
                    <a:cubicBezTo>
                      <a:pt x="3429" y="2799"/>
                      <a:pt x="3113" y="2700"/>
                      <a:pt x="2876" y="2550"/>
                    </a:cubicBezTo>
                    <a:cubicBezTo>
                      <a:pt x="2757" y="2476"/>
                      <a:pt x="2659" y="2389"/>
                      <a:pt x="2590" y="2295"/>
                    </a:cubicBezTo>
                    <a:cubicBezTo>
                      <a:pt x="2572" y="2272"/>
                      <a:pt x="2557" y="2248"/>
                      <a:pt x="2544" y="2224"/>
                    </a:cubicBezTo>
                    <a:cubicBezTo>
                      <a:pt x="2537" y="2212"/>
                      <a:pt x="2531" y="2200"/>
                      <a:pt x="2525" y="2188"/>
                    </a:cubicBezTo>
                    <a:cubicBezTo>
                      <a:pt x="2524" y="2185"/>
                      <a:pt x="2522" y="2182"/>
                      <a:pt x="2521" y="2179"/>
                    </a:cubicBezTo>
                    <a:lnTo>
                      <a:pt x="2521" y="2178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0" name="path 1920"/>
              <p:cNvSpPr/>
              <p:nvPr/>
            </p:nvSpPr>
            <p:spPr>
              <a:xfrm>
                <a:off x="0" y="0"/>
                <a:ext cx="1641103" cy="1400018"/>
              </a:xfrm>
              <a:custGeom>
                <a:avLst/>
                <a:gdLst/>
                <a:ahLst/>
                <a:cxnLst/>
                <a:rect l="0" t="0" r="0" b="0"/>
                <a:pathLst>
                  <a:path w="2584" h="2204">
                    <a:moveTo>
                      <a:pt x="2569" y="2168"/>
                    </a:moveTo>
                    <a:lnTo>
                      <a:pt x="2491" y="2046"/>
                    </a:lnTo>
                    <a:lnTo>
                      <a:pt x="2472" y="2189"/>
                    </a:lnTo>
                    <a:lnTo>
                      <a:pt x="2569" y="2168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19050" cap="flat">
                <a:solidFill>
                  <a:srgbClr val="00000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2" name="path 1922"/>
              <p:cNvSpPr/>
              <p:nvPr/>
            </p:nvSpPr>
            <p:spPr>
              <a:xfrm>
                <a:off x="3982400" y="475075"/>
                <a:ext cx="1604400" cy="797099"/>
              </a:xfrm>
              <a:custGeom>
                <a:avLst/>
                <a:gdLst/>
                <a:ahLst/>
                <a:cxnLst/>
                <a:rect l="0" t="0" r="0" b="0"/>
                <a:pathLst>
                  <a:path w="2526" h="1255">
                    <a:moveTo>
                      <a:pt x="0" y="209"/>
                    </a:moveTo>
                    <a:lnTo>
                      <a:pt x="0" y="209"/>
                    </a:lnTo>
                    <a:cubicBezTo>
                      <a:pt x="0" y="93"/>
                      <a:pt x="93" y="0"/>
                      <a:pt x="209" y="0"/>
                    </a:cubicBezTo>
                    <a:lnTo>
                      <a:pt x="2317" y="0"/>
                    </a:lnTo>
                    <a:cubicBezTo>
                      <a:pt x="2372" y="0"/>
                      <a:pt x="2426" y="22"/>
                      <a:pt x="2465" y="61"/>
                    </a:cubicBezTo>
                    <a:cubicBezTo>
                      <a:pt x="2504" y="100"/>
                      <a:pt x="2526" y="153"/>
                      <a:pt x="2526" y="209"/>
                    </a:cubicBezTo>
                    <a:lnTo>
                      <a:pt x="2526" y="1046"/>
                    </a:lnTo>
                    <a:cubicBezTo>
                      <a:pt x="2526" y="1161"/>
                      <a:pt x="2432" y="1255"/>
                      <a:pt x="2317" y="1255"/>
                    </a:cubicBezTo>
                    <a:lnTo>
                      <a:pt x="209" y="1255"/>
                    </a:lnTo>
                    <a:cubicBezTo>
                      <a:pt x="93" y="1255"/>
                      <a:pt x="0" y="1161"/>
                      <a:pt x="0" y="1046"/>
                    </a:cubicBezTo>
                    <a:lnTo>
                      <a:pt x="0" y="209"/>
                    </a:lnTo>
                    <a:close/>
                  </a:path>
                </a:pathLst>
              </a:custGeom>
              <a:solidFill>
                <a:srgbClr val="F3F3F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4" name="path 1924"/>
              <p:cNvSpPr/>
              <p:nvPr/>
            </p:nvSpPr>
            <p:spPr>
              <a:xfrm>
                <a:off x="0" y="0"/>
                <a:ext cx="5596325" cy="1281700"/>
              </a:xfrm>
              <a:custGeom>
                <a:avLst/>
                <a:gdLst/>
                <a:ahLst/>
                <a:cxnLst/>
                <a:rect l="0" t="0" r="0" b="0"/>
                <a:pathLst>
                  <a:path w="8813" h="2018">
                    <a:moveTo>
                      <a:pt x="6271" y="957"/>
                    </a:moveTo>
                    <a:lnTo>
                      <a:pt x="6271" y="957"/>
                    </a:lnTo>
                    <a:cubicBezTo>
                      <a:pt x="6271" y="841"/>
                      <a:pt x="6365" y="748"/>
                      <a:pt x="6480" y="748"/>
                    </a:cubicBezTo>
                    <a:lnTo>
                      <a:pt x="8588" y="748"/>
                    </a:lnTo>
                    <a:cubicBezTo>
                      <a:pt x="8644" y="748"/>
                      <a:pt x="8697" y="770"/>
                      <a:pt x="8736" y="809"/>
                    </a:cubicBezTo>
                    <a:cubicBezTo>
                      <a:pt x="8776" y="848"/>
                      <a:pt x="8798" y="901"/>
                      <a:pt x="8798" y="957"/>
                    </a:cubicBezTo>
                    <a:lnTo>
                      <a:pt x="8798" y="1794"/>
                    </a:lnTo>
                    <a:cubicBezTo>
                      <a:pt x="8798" y="1909"/>
                      <a:pt x="8704" y="2003"/>
                      <a:pt x="8588" y="2003"/>
                    </a:cubicBezTo>
                    <a:lnTo>
                      <a:pt x="6480" y="2003"/>
                    </a:lnTo>
                    <a:cubicBezTo>
                      <a:pt x="6365" y="2003"/>
                      <a:pt x="6271" y="1909"/>
                      <a:pt x="6271" y="1794"/>
                    </a:cubicBezTo>
                    <a:lnTo>
                      <a:pt x="6271" y="957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26" name="textbox 1926"/>
            <p:cNvSpPr/>
            <p:nvPr/>
          </p:nvSpPr>
          <p:spPr>
            <a:xfrm>
              <a:off x="-12700" y="-12700"/>
              <a:ext cx="4061459" cy="1362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18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19095" algn="l" rtl="0" eaLnBrk="0">
                <a:lnSpc>
                  <a:spcPct val="80000"/>
                </a:lnSpc>
                <a:tabLst/>
              </a:pPr>
              <a:r>
                <a:rPr sz="16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Testing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14" name="group 214"/>
          <p:cNvGrpSpPr/>
          <p:nvPr/>
        </p:nvGrpSpPr>
        <p:grpSpPr>
          <a:xfrm rot="21600000">
            <a:off x="882275" y="1818275"/>
            <a:ext cx="6388456" cy="3091649"/>
            <a:chOff x="0" y="0"/>
            <a:chExt cx="6388456" cy="3091649"/>
          </a:xfrm>
        </p:grpSpPr>
        <p:sp>
          <p:nvSpPr>
            <p:cNvPr id="1928" name="path 1928"/>
            <p:cNvSpPr/>
            <p:nvPr/>
          </p:nvSpPr>
          <p:spPr>
            <a:xfrm>
              <a:off x="3986200" y="1536299"/>
              <a:ext cx="1490100" cy="19050"/>
            </a:xfrm>
            <a:custGeom>
              <a:avLst/>
              <a:gdLst/>
              <a:ahLst/>
              <a:cxnLst/>
              <a:rect l="0" t="0" r="0" b="0"/>
              <a:pathLst>
                <a:path w="2346" h="30">
                  <a:moveTo>
                    <a:pt x="0" y="15"/>
                  </a:moveTo>
                  <a:lnTo>
                    <a:pt x="2346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30" name="path 1930"/>
            <p:cNvSpPr/>
            <p:nvPr/>
          </p:nvSpPr>
          <p:spPr>
            <a:xfrm>
              <a:off x="1608199" y="672199"/>
              <a:ext cx="3964075" cy="914615"/>
            </a:xfrm>
            <a:custGeom>
              <a:avLst/>
              <a:gdLst/>
              <a:ahLst/>
              <a:cxnLst/>
              <a:rect l="0" t="0" r="0" b="0"/>
              <a:pathLst>
                <a:path w="6242" h="1440">
                  <a:moveTo>
                    <a:pt x="6091" y="1425"/>
                  </a:moveTo>
                  <a:lnTo>
                    <a:pt x="6227" y="1375"/>
                  </a:lnTo>
                  <a:lnTo>
                    <a:pt x="6091" y="1326"/>
                  </a:lnTo>
                  <a:lnTo>
                    <a:pt x="6091" y="1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32" name="path 1932"/>
            <p:cNvSpPr/>
            <p:nvPr/>
          </p:nvSpPr>
          <p:spPr>
            <a:xfrm>
              <a:off x="1608199" y="233499"/>
              <a:ext cx="3183739" cy="1713306"/>
            </a:xfrm>
            <a:custGeom>
              <a:avLst/>
              <a:gdLst/>
              <a:ahLst/>
              <a:cxnLst/>
              <a:rect l="0" t="0" r="0" b="0"/>
              <a:pathLst>
                <a:path w="5013" h="2698">
                  <a:moveTo>
                    <a:pt x="2481" y="15"/>
                  </a:moveTo>
                  <a:cubicBezTo>
                    <a:pt x="2481" y="573"/>
                    <a:pt x="3113" y="776"/>
                    <a:pt x="3744" y="1132"/>
                  </a:cubicBezTo>
                  <a:cubicBezTo>
                    <a:pt x="4060" y="1310"/>
                    <a:pt x="4376" y="1527"/>
                    <a:pt x="4613" y="1806"/>
                  </a:cubicBezTo>
                  <a:cubicBezTo>
                    <a:pt x="4731" y="1946"/>
                    <a:pt x="4830" y="2102"/>
                    <a:pt x="4899" y="2277"/>
                  </a:cubicBezTo>
                  <a:cubicBezTo>
                    <a:pt x="4934" y="2365"/>
                    <a:pt x="4961" y="2457"/>
                    <a:pt x="4979" y="2554"/>
                  </a:cubicBezTo>
                  <a:cubicBezTo>
                    <a:pt x="4984" y="2579"/>
                    <a:pt x="4988" y="2603"/>
                    <a:pt x="4992" y="2628"/>
                  </a:cubicBezTo>
                  <a:cubicBezTo>
                    <a:pt x="4993" y="2641"/>
                    <a:pt x="4995" y="2653"/>
                    <a:pt x="4996" y="2666"/>
                  </a:cubicBezTo>
                  <a:lnTo>
                    <a:pt x="4998" y="268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34" name="path 1934"/>
            <p:cNvSpPr/>
            <p:nvPr/>
          </p:nvSpPr>
          <p:spPr>
            <a:xfrm>
              <a:off x="1608199" y="672199"/>
              <a:ext cx="3215162" cy="1360939"/>
            </a:xfrm>
            <a:custGeom>
              <a:avLst/>
              <a:gdLst/>
              <a:ahLst/>
              <a:cxnLst/>
              <a:rect l="0" t="0" r="0" b="0"/>
              <a:pathLst>
                <a:path w="5063" h="2143">
                  <a:moveTo>
                    <a:pt x="4949" y="1994"/>
                  </a:moveTo>
                  <a:lnTo>
                    <a:pt x="5005" y="2128"/>
                  </a:lnTo>
                  <a:lnTo>
                    <a:pt x="5048" y="1989"/>
                  </a:lnTo>
                  <a:lnTo>
                    <a:pt x="4949" y="199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36" name="path 1936"/>
            <p:cNvSpPr/>
            <p:nvPr/>
          </p:nvSpPr>
          <p:spPr>
            <a:xfrm>
              <a:off x="1608199" y="233499"/>
              <a:ext cx="4737205" cy="824130"/>
            </a:xfrm>
            <a:custGeom>
              <a:avLst/>
              <a:gdLst/>
              <a:ahLst/>
              <a:cxnLst/>
              <a:rect l="0" t="0" r="0" b="0"/>
              <a:pathLst>
                <a:path w="7460" h="1297">
                  <a:moveTo>
                    <a:pt x="2481" y="15"/>
                  </a:moveTo>
                  <a:cubicBezTo>
                    <a:pt x="2481" y="371"/>
                    <a:pt x="3744" y="549"/>
                    <a:pt x="5008" y="727"/>
                  </a:cubicBezTo>
                  <a:cubicBezTo>
                    <a:pt x="5639" y="816"/>
                    <a:pt x="6271" y="904"/>
                    <a:pt x="6745" y="1016"/>
                  </a:cubicBezTo>
                  <a:cubicBezTo>
                    <a:pt x="6982" y="1071"/>
                    <a:pt x="7179" y="1133"/>
                    <a:pt x="7317" y="1202"/>
                  </a:cubicBezTo>
                  <a:cubicBezTo>
                    <a:pt x="7352" y="1219"/>
                    <a:pt x="7383" y="1237"/>
                    <a:pt x="7409" y="1256"/>
                  </a:cubicBezTo>
                  <a:cubicBezTo>
                    <a:pt x="7416" y="1260"/>
                    <a:pt x="7423" y="1265"/>
                    <a:pt x="7429" y="1270"/>
                  </a:cubicBezTo>
                  <a:cubicBezTo>
                    <a:pt x="7432" y="1272"/>
                    <a:pt x="7435" y="1274"/>
                    <a:pt x="7438" y="1277"/>
                  </a:cubicBezTo>
                  <a:cubicBezTo>
                    <a:pt x="7439" y="1278"/>
                    <a:pt x="7441" y="1279"/>
                    <a:pt x="7442" y="1280"/>
                  </a:cubicBezTo>
                  <a:lnTo>
                    <a:pt x="7445" y="128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38" name="path 1938"/>
            <p:cNvSpPr/>
            <p:nvPr/>
          </p:nvSpPr>
          <p:spPr>
            <a:xfrm>
              <a:off x="1608199" y="672199"/>
              <a:ext cx="4780256" cy="460399"/>
            </a:xfrm>
            <a:custGeom>
              <a:avLst/>
              <a:gdLst/>
              <a:ahLst/>
              <a:cxnLst/>
              <a:rect l="0" t="0" r="0" b="0"/>
              <a:pathLst>
                <a:path w="7527" h="725">
                  <a:moveTo>
                    <a:pt x="7402" y="616"/>
                  </a:moveTo>
                  <a:lnTo>
                    <a:pt x="7512" y="710"/>
                  </a:lnTo>
                  <a:lnTo>
                    <a:pt x="7488" y="567"/>
                  </a:lnTo>
                  <a:lnTo>
                    <a:pt x="7402" y="6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40" name="path 1940"/>
            <p:cNvSpPr/>
            <p:nvPr/>
          </p:nvSpPr>
          <p:spPr>
            <a:xfrm>
              <a:off x="0" y="0"/>
              <a:ext cx="1973249" cy="3091649"/>
            </a:xfrm>
            <a:custGeom>
              <a:avLst/>
              <a:gdLst/>
              <a:ahLst/>
              <a:cxnLst/>
              <a:rect l="0" t="0" r="0" b="0"/>
              <a:pathLst>
                <a:path w="3107" h="4868">
                  <a:moveTo>
                    <a:pt x="15" y="527"/>
                  </a:moveTo>
                  <a:lnTo>
                    <a:pt x="15" y="527"/>
                  </a:lnTo>
                  <a:cubicBezTo>
                    <a:pt x="15" y="244"/>
                    <a:pt x="244" y="15"/>
                    <a:pt x="527" y="15"/>
                  </a:cubicBezTo>
                  <a:lnTo>
                    <a:pt x="2579" y="15"/>
                  </a:lnTo>
                  <a:lnTo>
                    <a:pt x="2579" y="15"/>
                  </a:lnTo>
                  <a:cubicBezTo>
                    <a:pt x="2715" y="15"/>
                    <a:pt x="2846" y="69"/>
                    <a:pt x="2942" y="165"/>
                  </a:cubicBezTo>
                  <a:cubicBezTo>
                    <a:pt x="3038" y="261"/>
                    <a:pt x="3092" y="391"/>
                    <a:pt x="3092" y="527"/>
                  </a:cubicBezTo>
                  <a:lnTo>
                    <a:pt x="3092" y="4340"/>
                  </a:lnTo>
                  <a:cubicBezTo>
                    <a:pt x="3092" y="4624"/>
                    <a:pt x="2862" y="4853"/>
                    <a:pt x="2579" y="4853"/>
                  </a:cubicBezTo>
                  <a:lnTo>
                    <a:pt x="527" y="4853"/>
                  </a:lnTo>
                  <a:cubicBezTo>
                    <a:pt x="244" y="4853"/>
                    <a:pt x="15" y="4624"/>
                    <a:pt x="15" y="4340"/>
                  </a:cubicBezTo>
                  <a:lnTo>
                    <a:pt x="15" y="527"/>
                  </a:lnTo>
                  <a:close/>
                </a:path>
              </a:pathLst>
            </a:custGeom>
            <a:noFill/>
            <a:ln w="19050" cap="flat">
              <a:solidFill>
                <a:srgbClr val="0000FF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42" name="textbox 1942"/>
          <p:cNvSpPr/>
          <p:nvPr/>
        </p:nvSpPr>
        <p:spPr>
          <a:xfrm>
            <a:off x="396657" y="497887"/>
            <a:ext cx="5868034" cy="553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Ov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erview of</a:t>
            </a:r>
            <a:r>
              <a:rPr sz="2600" b="1" kern="0" spc="-1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DNN Train</a:t>
            </a: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 Procedur</a:t>
            </a: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grpSp>
        <p:nvGrpSpPr>
          <p:cNvPr id="216" name="group 216"/>
          <p:cNvGrpSpPr/>
          <p:nvPr/>
        </p:nvGrpSpPr>
        <p:grpSpPr>
          <a:xfrm rot="21600000">
            <a:off x="2490474" y="1254674"/>
            <a:ext cx="2387525" cy="816149"/>
            <a:chOff x="0" y="0"/>
            <a:chExt cx="2387525" cy="816149"/>
          </a:xfrm>
        </p:grpSpPr>
        <p:sp>
          <p:nvSpPr>
            <p:cNvPr id="1944" name="path 1944"/>
            <p:cNvSpPr/>
            <p:nvPr/>
          </p:nvSpPr>
          <p:spPr>
            <a:xfrm>
              <a:off x="773599" y="952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D9D2E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46" name="path 1946"/>
            <p:cNvSpPr/>
            <p:nvPr/>
          </p:nvSpPr>
          <p:spPr>
            <a:xfrm>
              <a:off x="0" y="0"/>
              <a:ext cx="2387525" cy="816149"/>
            </a:xfrm>
            <a:custGeom>
              <a:avLst/>
              <a:gdLst/>
              <a:ahLst/>
              <a:cxnLst/>
              <a:rect l="0" t="0" r="0" b="0"/>
              <a:pathLst>
                <a:path w="3759" h="1285">
                  <a:moveTo>
                    <a:pt x="1218" y="224"/>
                  </a:moveTo>
                  <a:lnTo>
                    <a:pt x="1218" y="224"/>
                  </a:lnTo>
                  <a:cubicBezTo>
                    <a:pt x="1218" y="108"/>
                    <a:pt x="1311" y="15"/>
                    <a:pt x="1427" y="15"/>
                  </a:cubicBezTo>
                  <a:lnTo>
                    <a:pt x="3535" y="15"/>
                  </a:lnTo>
                  <a:cubicBezTo>
                    <a:pt x="3591" y="15"/>
                    <a:pt x="3644" y="37"/>
                    <a:pt x="3683" y="76"/>
                  </a:cubicBezTo>
                  <a:cubicBezTo>
                    <a:pt x="3722" y="115"/>
                    <a:pt x="3744" y="168"/>
                    <a:pt x="3744" y="224"/>
                  </a:cubicBezTo>
                  <a:lnTo>
                    <a:pt x="3744" y="1061"/>
                  </a:lnTo>
                  <a:cubicBezTo>
                    <a:pt x="3744" y="1176"/>
                    <a:pt x="3651" y="1270"/>
                    <a:pt x="3535" y="1270"/>
                  </a:cubicBezTo>
                  <a:lnTo>
                    <a:pt x="1427" y="1270"/>
                  </a:lnTo>
                  <a:cubicBezTo>
                    <a:pt x="1311" y="1270"/>
                    <a:pt x="1218" y="1176"/>
                    <a:pt x="1218" y="1061"/>
                  </a:cubicBezTo>
                  <a:lnTo>
                    <a:pt x="1218" y="22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48" name="path 1948"/>
          <p:cNvSpPr/>
          <p:nvPr/>
        </p:nvSpPr>
        <p:spPr>
          <a:xfrm>
            <a:off x="2490474" y="1046324"/>
            <a:ext cx="2562425" cy="1232850"/>
          </a:xfrm>
          <a:custGeom>
            <a:avLst/>
            <a:gdLst/>
            <a:ahLst/>
            <a:cxnLst/>
            <a:rect l="0" t="0" r="0" b="0"/>
            <a:pathLst>
              <a:path w="4035" h="1941">
                <a:moveTo>
                  <a:pt x="942" y="333"/>
                </a:moveTo>
                <a:lnTo>
                  <a:pt x="942" y="333"/>
                </a:lnTo>
                <a:cubicBezTo>
                  <a:pt x="942" y="157"/>
                  <a:pt x="1085" y="15"/>
                  <a:pt x="1261" y="15"/>
                </a:cubicBezTo>
                <a:lnTo>
                  <a:pt x="3701" y="15"/>
                </a:lnTo>
                <a:cubicBezTo>
                  <a:pt x="3786" y="15"/>
                  <a:pt x="3867" y="48"/>
                  <a:pt x="3927" y="108"/>
                </a:cubicBezTo>
                <a:cubicBezTo>
                  <a:pt x="3986" y="168"/>
                  <a:pt x="4020" y="249"/>
                  <a:pt x="4020" y="333"/>
                </a:cubicBezTo>
                <a:lnTo>
                  <a:pt x="4020" y="1607"/>
                </a:lnTo>
                <a:cubicBezTo>
                  <a:pt x="4020" y="1783"/>
                  <a:pt x="3877" y="1926"/>
                  <a:pt x="3701" y="1926"/>
                </a:cubicBezTo>
                <a:lnTo>
                  <a:pt x="1261" y="1926"/>
                </a:lnTo>
                <a:cubicBezTo>
                  <a:pt x="1085" y="1926"/>
                  <a:pt x="942" y="1783"/>
                  <a:pt x="942" y="1607"/>
                </a:cubicBezTo>
                <a:lnTo>
                  <a:pt x="942" y="333"/>
                </a:lnTo>
                <a:close/>
              </a:path>
            </a:pathLst>
          </a:custGeom>
          <a:noFill/>
          <a:ln w="19050" cap="flat">
            <a:solidFill>
              <a:srgbClr val="0000FF"/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50" name="textbox 1950"/>
          <p:cNvSpPr/>
          <p:nvPr/>
        </p:nvSpPr>
        <p:spPr>
          <a:xfrm>
            <a:off x="5183668" y="1423437"/>
            <a:ext cx="2761614" cy="512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1914"/>
              </a:lnSpc>
              <a:tabLst/>
            </a:pPr>
            <a:r>
              <a:rPr sz="1400" b="1" kern="0" spc="-3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torch.uti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ls.data.Dataset</a:t>
            </a:r>
            <a:endParaRPr sz="14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ts val="1914"/>
              </a:lnSpc>
              <a:spcBef>
                <a:spcPts val="6"/>
              </a:spcBef>
              <a:tabLst/>
            </a:pP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orch.utils.data.Dat</a:t>
            </a: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aLoade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r</a:t>
            </a:r>
            <a:endParaRPr sz="14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952" name="rect 1952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54" name="textbox 1954"/>
          <p:cNvSpPr/>
          <p:nvPr/>
        </p:nvSpPr>
        <p:spPr>
          <a:xfrm>
            <a:off x="1304849" y="1251650"/>
            <a:ext cx="1136014" cy="478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1920"/>
              </a:lnSpc>
              <a:tabLst/>
            </a:pPr>
            <a:r>
              <a:rPr sz="1500" b="1" kern="0" spc="-9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torch.nn</a:t>
            </a:r>
            <a:endParaRPr sz="15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ct val="97000"/>
              </a:lnSpc>
              <a:spcBef>
                <a:spcPts val="16"/>
              </a:spcBef>
              <a:tabLst/>
            </a:pPr>
            <a:r>
              <a:rPr sz="1400" b="1" kern="0" spc="-6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torch.op</a:t>
            </a: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ti</a:t>
            </a:r>
            <a:r>
              <a:rPr sz="1400" b="1" kern="0" spc="3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m</a:t>
            </a:r>
            <a:endParaRPr sz="14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1956" name="textbox 1956"/>
          <p:cNvSpPr/>
          <p:nvPr/>
        </p:nvSpPr>
        <p:spPr>
          <a:xfrm>
            <a:off x="1250789" y="2244406"/>
            <a:ext cx="1251585" cy="472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56" rIns="0" bIns="0"/>
          <a:lstStyle/>
          <a:p>
            <a:pPr marL="260350" indent="-248284" algn="l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Define</a:t>
            </a: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ral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958" name="textbox 1958"/>
          <p:cNvSpPr/>
          <p:nvPr/>
        </p:nvSpPr>
        <p:spPr>
          <a:xfrm>
            <a:off x="1238668" y="3274920"/>
            <a:ext cx="127508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Loss</a:t>
            </a: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Functio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960" name="textbox 1960"/>
          <p:cNvSpPr/>
          <p:nvPr/>
        </p:nvSpPr>
        <p:spPr>
          <a:xfrm>
            <a:off x="1396491" y="4176731"/>
            <a:ext cx="955675" cy="224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Optimizer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962" name="textbox 1962"/>
          <p:cNvSpPr/>
          <p:nvPr/>
        </p:nvSpPr>
        <p:spPr>
          <a:xfrm>
            <a:off x="3599664" y="1573570"/>
            <a:ext cx="94805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Load</a:t>
            </a: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964" name="textbox 1964"/>
          <p:cNvSpPr/>
          <p:nvPr/>
        </p:nvSpPr>
        <p:spPr>
          <a:xfrm>
            <a:off x="3695048" y="3274920"/>
            <a:ext cx="747394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Training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966" name="textbox 1966"/>
          <p:cNvSpPr/>
          <p:nvPr/>
        </p:nvSpPr>
        <p:spPr>
          <a:xfrm>
            <a:off x="5220201" y="4179170"/>
            <a:ext cx="90170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Validation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textbox 1968"/>
          <p:cNvSpPr/>
          <p:nvPr/>
        </p:nvSpPr>
        <p:spPr>
          <a:xfrm>
            <a:off x="386370" y="497887"/>
            <a:ext cx="7420609" cy="2554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53"/>
              </a:lnSpc>
              <a:tabLst/>
            </a:pPr>
            <a:r>
              <a:rPr sz="27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torch.optim</a:t>
            </a:r>
            <a:endParaRPr sz="2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505"/>
              </a:lnSpc>
              <a:spcBef>
                <a:spcPts val="550"/>
              </a:spcBef>
              <a:tabLst/>
            </a:pP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</a:t>
            </a:r>
            <a:r>
              <a:rPr sz="1800" b="1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Optimization algorithms </a:t>
            </a: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 neural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networks (gradient descent)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2392"/>
              </a:lnSpc>
              <a:spcBef>
                <a:spcPts val="548"/>
              </a:spcBef>
              <a:tabLst/>
            </a:pP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Stochastic Gradient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Descen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 (SGD)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482600" algn="l" rtl="0" eaLnBrk="0">
              <a:lnSpc>
                <a:spcPct val="93000"/>
              </a:lnSpc>
              <a:spcBef>
                <a:spcPts val="7"/>
              </a:spcBef>
              <a:tabLst/>
            </a:pP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torch.optim.SGD(</a:t>
            </a:r>
            <a:r>
              <a:rPr sz="18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params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,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lr,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momentum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0)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1970" name="rect 1970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72" name="path 1972"/>
          <p:cNvSpPr/>
          <p:nvPr/>
        </p:nvSpPr>
        <p:spPr>
          <a:xfrm>
            <a:off x="3381339" y="3193456"/>
            <a:ext cx="585723" cy="826439"/>
          </a:xfrm>
          <a:custGeom>
            <a:avLst/>
            <a:gdLst/>
            <a:ahLst/>
            <a:cxnLst/>
            <a:rect l="0" t="0" r="0" b="0"/>
            <a:pathLst>
              <a:path w="922" h="1301">
                <a:moveTo>
                  <a:pt x="903" y="1288"/>
                </a:moveTo>
                <a:lnTo>
                  <a:pt x="18" y="12"/>
                </a:lnTo>
              </a:path>
            </a:pathLst>
          </a:custGeom>
          <a:noFill/>
          <a:ln w="28575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74" name="textbox 1974"/>
          <p:cNvSpPr/>
          <p:nvPr/>
        </p:nvSpPr>
        <p:spPr>
          <a:xfrm>
            <a:off x="2851972" y="4114493"/>
            <a:ext cx="2073910" cy="279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8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model.par</a:t>
            </a:r>
            <a:r>
              <a:rPr sz="18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ameters()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1976" name="path 1976"/>
          <p:cNvSpPr/>
          <p:nvPr/>
        </p:nvSpPr>
        <p:spPr>
          <a:xfrm>
            <a:off x="2485712" y="2485712"/>
            <a:ext cx="960427" cy="757088"/>
          </a:xfrm>
          <a:custGeom>
            <a:avLst/>
            <a:gdLst/>
            <a:ahLst/>
            <a:cxnLst/>
            <a:rect l="0" t="0" r="0" b="0"/>
            <a:pathLst>
              <a:path w="1512" h="1192">
                <a:moveTo>
                  <a:pt x="1489" y="1085"/>
                </a:moveTo>
                <a:lnTo>
                  <a:pt x="1312" y="959"/>
                </a:lnTo>
                <a:lnTo>
                  <a:pt x="1367" y="1169"/>
                </a:lnTo>
                <a:lnTo>
                  <a:pt x="1489" y="1085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28575" cap="flat">
            <a:solidFill>
              <a:srgbClr val="FF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roup 218"/>
          <p:cNvGrpSpPr/>
          <p:nvPr/>
        </p:nvGrpSpPr>
        <p:grpSpPr>
          <a:xfrm rot="21600000">
            <a:off x="4025858" y="2061299"/>
            <a:ext cx="80831" cy="879608"/>
            <a:chOff x="0" y="0"/>
            <a:chExt cx="80831" cy="879608"/>
          </a:xfrm>
        </p:grpSpPr>
        <p:sp>
          <p:nvSpPr>
            <p:cNvPr id="1978" name="path 1978"/>
            <p:cNvSpPr/>
            <p:nvPr/>
          </p:nvSpPr>
          <p:spPr>
            <a:xfrm>
              <a:off x="30891" y="0"/>
              <a:ext cx="19050" cy="789900"/>
            </a:xfrm>
            <a:custGeom>
              <a:avLst/>
              <a:gdLst/>
              <a:ahLst/>
              <a:cxnLst/>
              <a:rect l="0" t="0" r="0" b="0"/>
              <a:pathLst>
                <a:path w="30" h="1243">
                  <a:moveTo>
                    <a:pt x="15" y="0"/>
                  </a:moveTo>
                  <a:lnTo>
                    <a:pt x="15" y="124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80" name="path 1980"/>
            <p:cNvSpPr/>
            <p:nvPr/>
          </p:nvSpPr>
          <p:spPr>
            <a:xfrm>
              <a:off x="0" y="780375"/>
              <a:ext cx="80831" cy="99233"/>
            </a:xfrm>
            <a:custGeom>
              <a:avLst/>
              <a:gdLst/>
              <a:ahLst/>
              <a:cxnLst/>
              <a:rect l="0" t="0" r="0" b="0"/>
              <a:pathLst>
                <a:path w="127" h="156">
                  <a:moveTo>
                    <a:pt x="14" y="15"/>
                  </a:moveTo>
                  <a:lnTo>
                    <a:pt x="63" y="151"/>
                  </a:lnTo>
                  <a:lnTo>
                    <a:pt x="113" y="15"/>
                  </a:lnTo>
                  <a:lnTo>
                    <a:pt x="14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0" name="group 220"/>
          <p:cNvGrpSpPr/>
          <p:nvPr/>
        </p:nvGrpSpPr>
        <p:grpSpPr>
          <a:xfrm rot="21600000">
            <a:off x="2480949" y="2480949"/>
            <a:ext cx="2406575" cy="1300750"/>
            <a:chOff x="0" y="0"/>
            <a:chExt cx="2406575" cy="1300750"/>
          </a:xfrm>
        </p:grpSpPr>
        <p:sp>
          <p:nvSpPr>
            <p:cNvPr id="1982" name="path 1982"/>
            <p:cNvSpPr/>
            <p:nvPr/>
          </p:nvSpPr>
          <p:spPr>
            <a:xfrm>
              <a:off x="783124" y="484600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CE5C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84" name="path 1984"/>
            <p:cNvSpPr/>
            <p:nvPr/>
          </p:nvSpPr>
          <p:spPr>
            <a:xfrm>
              <a:off x="0" y="0"/>
              <a:ext cx="2406575" cy="1300750"/>
            </a:xfrm>
            <a:custGeom>
              <a:avLst/>
              <a:gdLst/>
              <a:ahLst/>
              <a:cxnLst/>
              <a:rect l="0" t="0" r="0" b="0"/>
              <a:pathLst>
                <a:path w="3789" h="2048">
                  <a:moveTo>
                    <a:pt x="1233" y="972"/>
                  </a:moveTo>
                  <a:lnTo>
                    <a:pt x="1233" y="972"/>
                  </a:lnTo>
                  <a:cubicBezTo>
                    <a:pt x="1233" y="856"/>
                    <a:pt x="1326" y="763"/>
                    <a:pt x="1442" y="763"/>
                  </a:cubicBezTo>
                  <a:lnTo>
                    <a:pt x="3550" y="763"/>
                  </a:lnTo>
                  <a:cubicBezTo>
                    <a:pt x="3606" y="763"/>
                    <a:pt x="3659" y="785"/>
                    <a:pt x="3698" y="824"/>
                  </a:cubicBezTo>
                  <a:cubicBezTo>
                    <a:pt x="3737" y="863"/>
                    <a:pt x="3759" y="916"/>
                    <a:pt x="3759" y="972"/>
                  </a:cubicBezTo>
                  <a:lnTo>
                    <a:pt x="3759" y="1809"/>
                  </a:lnTo>
                  <a:cubicBezTo>
                    <a:pt x="3759" y="1924"/>
                    <a:pt x="3666" y="2018"/>
                    <a:pt x="3550" y="2018"/>
                  </a:cubicBezTo>
                  <a:lnTo>
                    <a:pt x="1442" y="2018"/>
                  </a:lnTo>
                  <a:cubicBezTo>
                    <a:pt x="1326" y="2018"/>
                    <a:pt x="1233" y="1924"/>
                    <a:pt x="1233" y="1809"/>
                  </a:cubicBezTo>
                  <a:lnTo>
                    <a:pt x="1233" y="972"/>
                  </a:lnTo>
                  <a:close/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2" name="group 222"/>
          <p:cNvGrpSpPr/>
          <p:nvPr/>
        </p:nvGrpSpPr>
        <p:grpSpPr>
          <a:xfrm rot="21600000">
            <a:off x="2480949" y="2480949"/>
            <a:ext cx="4010975" cy="2205000"/>
            <a:chOff x="0" y="0"/>
            <a:chExt cx="4010975" cy="2205000"/>
          </a:xfrm>
        </p:grpSpPr>
        <p:sp>
          <p:nvSpPr>
            <p:cNvPr id="1986" name="path 1986"/>
            <p:cNvSpPr/>
            <p:nvPr/>
          </p:nvSpPr>
          <p:spPr>
            <a:xfrm>
              <a:off x="9525" y="9525"/>
              <a:ext cx="1616790" cy="456700"/>
            </a:xfrm>
            <a:custGeom>
              <a:avLst/>
              <a:gdLst/>
              <a:ahLst/>
              <a:cxnLst/>
              <a:rect l="0" t="0" r="0" b="0"/>
              <a:pathLst>
                <a:path w="2546" h="719">
                  <a:moveTo>
                    <a:pt x="2432" y="568"/>
                  </a:moveTo>
                  <a:moveTo>
                    <a:pt x="2432" y="568"/>
                  </a:moveTo>
                  <a:lnTo>
                    <a:pt x="2481" y="704"/>
                  </a:lnTo>
                  <a:lnTo>
                    <a:pt x="2531" y="568"/>
                  </a:lnTo>
                  <a:lnTo>
                    <a:pt x="2432" y="56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88" name="path 1988"/>
            <p:cNvSpPr/>
            <p:nvPr/>
          </p:nvSpPr>
          <p:spPr>
            <a:xfrm>
              <a:off x="2387525" y="1388850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FFF2C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90" name="path 1990"/>
            <p:cNvSpPr/>
            <p:nvPr/>
          </p:nvSpPr>
          <p:spPr>
            <a:xfrm>
              <a:off x="0" y="0"/>
              <a:ext cx="4010975" cy="2205000"/>
            </a:xfrm>
            <a:custGeom>
              <a:avLst/>
              <a:gdLst/>
              <a:ahLst/>
              <a:cxnLst/>
              <a:rect l="0" t="0" r="0" b="0"/>
              <a:pathLst>
                <a:path w="6316" h="3472">
                  <a:moveTo>
                    <a:pt x="3759" y="2396"/>
                  </a:moveTo>
                  <a:lnTo>
                    <a:pt x="3759" y="2396"/>
                  </a:lnTo>
                  <a:cubicBezTo>
                    <a:pt x="3759" y="2280"/>
                    <a:pt x="3853" y="2187"/>
                    <a:pt x="3969" y="2187"/>
                  </a:cubicBezTo>
                  <a:lnTo>
                    <a:pt x="6077" y="2187"/>
                  </a:lnTo>
                  <a:cubicBezTo>
                    <a:pt x="6132" y="2187"/>
                    <a:pt x="6185" y="2209"/>
                    <a:pt x="6225" y="2248"/>
                  </a:cubicBezTo>
                  <a:cubicBezTo>
                    <a:pt x="6264" y="2287"/>
                    <a:pt x="6286" y="2340"/>
                    <a:pt x="6286" y="2396"/>
                  </a:cubicBezTo>
                  <a:lnTo>
                    <a:pt x="6286" y="3233"/>
                  </a:lnTo>
                  <a:cubicBezTo>
                    <a:pt x="6286" y="3348"/>
                    <a:pt x="6192" y="3442"/>
                    <a:pt x="6077" y="3442"/>
                  </a:cubicBezTo>
                  <a:lnTo>
                    <a:pt x="3969" y="3442"/>
                  </a:lnTo>
                  <a:cubicBezTo>
                    <a:pt x="3853" y="3442"/>
                    <a:pt x="3759" y="3348"/>
                    <a:pt x="3759" y="3233"/>
                  </a:cubicBezTo>
                  <a:lnTo>
                    <a:pt x="3759" y="2396"/>
                  </a:lnTo>
                  <a:close/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4" name="group 224"/>
          <p:cNvGrpSpPr/>
          <p:nvPr/>
        </p:nvGrpSpPr>
        <p:grpSpPr>
          <a:xfrm rot="21600000">
            <a:off x="1057175" y="2051774"/>
            <a:ext cx="1623449" cy="816149"/>
            <a:chOff x="0" y="0"/>
            <a:chExt cx="1623449" cy="816149"/>
          </a:xfrm>
        </p:grpSpPr>
        <p:sp>
          <p:nvSpPr>
            <p:cNvPr id="1992" name="path 1992"/>
            <p:cNvSpPr/>
            <p:nvPr/>
          </p:nvSpPr>
          <p:spPr>
            <a:xfrm>
              <a:off x="9525" y="952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94" name="path 1994"/>
            <p:cNvSpPr/>
            <p:nvPr/>
          </p:nvSpPr>
          <p:spPr>
            <a:xfrm>
              <a:off x="0" y="0"/>
              <a:ext cx="1623449" cy="816149"/>
            </a:xfrm>
            <a:custGeom>
              <a:avLst/>
              <a:gdLst/>
              <a:ahLst/>
              <a:cxnLst/>
              <a:rect l="0" t="0" r="0" b="0"/>
              <a:pathLst>
                <a:path w="2556" h="1285">
                  <a:moveTo>
                    <a:pt x="15" y="224"/>
                  </a:moveTo>
                  <a:lnTo>
                    <a:pt x="15" y="224"/>
                  </a:lnTo>
                  <a:cubicBezTo>
                    <a:pt x="15" y="108"/>
                    <a:pt x="108" y="15"/>
                    <a:pt x="224" y="15"/>
                  </a:cubicBezTo>
                  <a:lnTo>
                    <a:pt x="2332" y="15"/>
                  </a:lnTo>
                  <a:cubicBezTo>
                    <a:pt x="2387" y="15"/>
                    <a:pt x="2441" y="37"/>
                    <a:pt x="2480" y="76"/>
                  </a:cubicBezTo>
                  <a:cubicBezTo>
                    <a:pt x="2519" y="115"/>
                    <a:pt x="2541" y="168"/>
                    <a:pt x="2541" y="224"/>
                  </a:cubicBezTo>
                  <a:lnTo>
                    <a:pt x="2541" y="1061"/>
                  </a:lnTo>
                  <a:cubicBezTo>
                    <a:pt x="2541" y="1176"/>
                    <a:pt x="2447" y="1270"/>
                    <a:pt x="2332" y="1270"/>
                  </a:cubicBezTo>
                  <a:lnTo>
                    <a:pt x="224" y="1270"/>
                  </a:lnTo>
                  <a:cubicBezTo>
                    <a:pt x="108" y="1270"/>
                    <a:pt x="15" y="1176"/>
                    <a:pt x="15" y="1061"/>
                  </a:cubicBezTo>
                  <a:lnTo>
                    <a:pt x="15" y="22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6" name="group 226"/>
          <p:cNvGrpSpPr/>
          <p:nvPr/>
        </p:nvGrpSpPr>
        <p:grpSpPr>
          <a:xfrm rot="21600000">
            <a:off x="1057175" y="2490474"/>
            <a:ext cx="1623449" cy="1281700"/>
            <a:chOff x="0" y="0"/>
            <a:chExt cx="1623449" cy="1281700"/>
          </a:xfrm>
        </p:grpSpPr>
        <p:sp>
          <p:nvSpPr>
            <p:cNvPr id="1996" name="path 1996"/>
            <p:cNvSpPr/>
            <p:nvPr/>
          </p:nvSpPr>
          <p:spPr>
            <a:xfrm>
              <a:off x="9525" y="47507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98" name="path 1998"/>
            <p:cNvSpPr/>
            <p:nvPr/>
          </p:nvSpPr>
          <p:spPr>
            <a:xfrm>
              <a:off x="0" y="0"/>
              <a:ext cx="1623449" cy="1281700"/>
            </a:xfrm>
            <a:custGeom>
              <a:avLst/>
              <a:gdLst/>
              <a:ahLst/>
              <a:cxnLst/>
              <a:rect l="0" t="0" r="0" b="0"/>
              <a:pathLst>
                <a:path w="2556" h="2018">
                  <a:moveTo>
                    <a:pt x="15" y="957"/>
                  </a:moveTo>
                  <a:lnTo>
                    <a:pt x="15" y="957"/>
                  </a:lnTo>
                  <a:cubicBezTo>
                    <a:pt x="15" y="841"/>
                    <a:pt x="108" y="748"/>
                    <a:pt x="224" y="748"/>
                  </a:cubicBezTo>
                  <a:lnTo>
                    <a:pt x="2332" y="748"/>
                  </a:lnTo>
                  <a:cubicBezTo>
                    <a:pt x="2387" y="748"/>
                    <a:pt x="2441" y="770"/>
                    <a:pt x="2480" y="809"/>
                  </a:cubicBezTo>
                  <a:cubicBezTo>
                    <a:pt x="2519" y="848"/>
                    <a:pt x="2541" y="901"/>
                    <a:pt x="2541" y="957"/>
                  </a:cubicBezTo>
                  <a:lnTo>
                    <a:pt x="2541" y="1794"/>
                  </a:lnTo>
                  <a:cubicBezTo>
                    <a:pt x="2541" y="1909"/>
                    <a:pt x="2447" y="2003"/>
                    <a:pt x="2332" y="2003"/>
                  </a:cubicBezTo>
                  <a:lnTo>
                    <a:pt x="224" y="2003"/>
                  </a:lnTo>
                  <a:cubicBezTo>
                    <a:pt x="108" y="2003"/>
                    <a:pt x="15" y="1909"/>
                    <a:pt x="15" y="1794"/>
                  </a:cubicBezTo>
                  <a:lnTo>
                    <a:pt x="15" y="957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8" name="group 228"/>
          <p:cNvGrpSpPr/>
          <p:nvPr/>
        </p:nvGrpSpPr>
        <p:grpSpPr>
          <a:xfrm rot="21600000">
            <a:off x="1057175" y="2490474"/>
            <a:ext cx="1623449" cy="2185950"/>
            <a:chOff x="0" y="0"/>
            <a:chExt cx="1623449" cy="2185950"/>
          </a:xfrm>
        </p:grpSpPr>
        <p:sp>
          <p:nvSpPr>
            <p:cNvPr id="2000" name="path 2000"/>
            <p:cNvSpPr/>
            <p:nvPr/>
          </p:nvSpPr>
          <p:spPr>
            <a:xfrm>
              <a:off x="9525" y="1379325"/>
              <a:ext cx="1604399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C9DAF8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02" name="path 2002"/>
            <p:cNvSpPr/>
            <p:nvPr/>
          </p:nvSpPr>
          <p:spPr>
            <a:xfrm>
              <a:off x="0" y="0"/>
              <a:ext cx="1623449" cy="2185950"/>
            </a:xfrm>
            <a:custGeom>
              <a:avLst/>
              <a:gdLst/>
              <a:ahLst/>
              <a:cxnLst/>
              <a:rect l="0" t="0" r="0" b="0"/>
              <a:pathLst>
                <a:path w="2556" h="3442">
                  <a:moveTo>
                    <a:pt x="15" y="2381"/>
                  </a:moveTo>
                  <a:lnTo>
                    <a:pt x="15" y="2381"/>
                  </a:lnTo>
                  <a:cubicBezTo>
                    <a:pt x="15" y="2265"/>
                    <a:pt x="108" y="2172"/>
                    <a:pt x="224" y="2172"/>
                  </a:cubicBezTo>
                  <a:lnTo>
                    <a:pt x="2332" y="2172"/>
                  </a:lnTo>
                  <a:cubicBezTo>
                    <a:pt x="2387" y="2172"/>
                    <a:pt x="2441" y="2194"/>
                    <a:pt x="2480" y="2233"/>
                  </a:cubicBezTo>
                  <a:cubicBezTo>
                    <a:pt x="2519" y="2272"/>
                    <a:pt x="2541" y="2325"/>
                    <a:pt x="2541" y="2381"/>
                  </a:cubicBezTo>
                  <a:lnTo>
                    <a:pt x="2541" y="3218"/>
                  </a:lnTo>
                  <a:cubicBezTo>
                    <a:pt x="2541" y="3333"/>
                    <a:pt x="2447" y="3427"/>
                    <a:pt x="2332" y="3427"/>
                  </a:cubicBezTo>
                  <a:lnTo>
                    <a:pt x="224" y="3427"/>
                  </a:lnTo>
                  <a:cubicBezTo>
                    <a:pt x="108" y="3427"/>
                    <a:pt x="15" y="3333"/>
                    <a:pt x="15" y="3218"/>
                  </a:cubicBezTo>
                  <a:lnTo>
                    <a:pt x="15" y="2381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30" name="group 230"/>
          <p:cNvGrpSpPr/>
          <p:nvPr/>
        </p:nvGrpSpPr>
        <p:grpSpPr>
          <a:xfrm rot="21600000">
            <a:off x="4052747" y="2949162"/>
            <a:ext cx="4043577" cy="1328712"/>
            <a:chOff x="0" y="0"/>
            <a:chExt cx="4043577" cy="1328712"/>
          </a:xfrm>
        </p:grpSpPr>
        <p:grpSp>
          <p:nvGrpSpPr>
            <p:cNvPr id="232" name="group 232"/>
            <p:cNvGrpSpPr/>
            <p:nvPr/>
          </p:nvGrpSpPr>
          <p:grpSpPr>
            <a:xfrm rot="21600000">
              <a:off x="-1571798" y="-468212"/>
              <a:ext cx="5615375" cy="1796925"/>
              <a:chOff x="0" y="0"/>
              <a:chExt cx="5615375" cy="1796925"/>
            </a:xfrm>
          </p:grpSpPr>
          <p:sp>
            <p:nvSpPr>
              <p:cNvPr id="2004" name="path 2004"/>
              <p:cNvSpPr/>
              <p:nvPr/>
            </p:nvSpPr>
            <p:spPr>
              <a:xfrm>
                <a:off x="9525" y="9525"/>
                <a:ext cx="3164644" cy="1277435"/>
              </a:xfrm>
              <a:custGeom>
                <a:avLst/>
                <a:gdLst/>
                <a:ahLst/>
                <a:cxnLst/>
                <a:rect l="0" t="0" r="0" b="0"/>
                <a:pathLst>
                  <a:path w="4983" h="2011">
                    <a:moveTo>
                      <a:pt x="3744" y="1375"/>
                    </a:moveTo>
                    <a:cubicBezTo>
                      <a:pt x="4060" y="1375"/>
                      <a:pt x="4376" y="1475"/>
                      <a:pt x="4613" y="1624"/>
                    </a:cubicBezTo>
                    <a:cubicBezTo>
                      <a:pt x="4731" y="1699"/>
                      <a:pt x="4830" y="1786"/>
                      <a:pt x="4899" y="1879"/>
                    </a:cubicBezTo>
                    <a:cubicBezTo>
                      <a:pt x="4916" y="1903"/>
                      <a:pt x="4932" y="1926"/>
                      <a:pt x="4945" y="1950"/>
                    </a:cubicBezTo>
                    <a:cubicBezTo>
                      <a:pt x="4952" y="1962"/>
                      <a:pt x="4958" y="1975"/>
                      <a:pt x="4964" y="1987"/>
                    </a:cubicBezTo>
                    <a:cubicBezTo>
                      <a:pt x="4965" y="1990"/>
                      <a:pt x="4967" y="1993"/>
                      <a:pt x="4968" y="1996"/>
                    </a:cubicBezTo>
                    <a:lnTo>
                      <a:pt x="4968" y="1996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6" name="path 2006"/>
              <p:cNvSpPr/>
              <p:nvPr/>
            </p:nvSpPr>
            <p:spPr>
              <a:xfrm>
                <a:off x="9525" y="9525"/>
                <a:ext cx="3195343" cy="1361778"/>
              </a:xfrm>
              <a:custGeom>
                <a:avLst/>
                <a:gdLst/>
                <a:ahLst/>
                <a:cxnLst/>
                <a:rect l="0" t="0" r="0" b="0"/>
                <a:pathLst>
                  <a:path w="5032" h="2144">
                    <a:moveTo>
                      <a:pt x="4920" y="2007"/>
                    </a:moveTo>
                    <a:lnTo>
                      <a:pt x="4998" y="2129"/>
                    </a:lnTo>
                    <a:lnTo>
                      <a:pt x="5017" y="1985"/>
                    </a:lnTo>
                    <a:lnTo>
                      <a:pt x="4920" y="2007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19050" cap="flat">
                <a:solidFill>
                  <a:srgbClr val="00000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8" name="path 2008"/>
              <p:cNvSpPr/>
              <p:nvPr/>
            </p:nvSpPr>
            <p:spPr>
              <a:xfrm>
                <a:off x="9525" y="9525"/>
                <a:ext cx="2387525" cy="1787400"/>
              </a:xfrm>
              <a:custGeom>
                <a:avLst/>
                <a:gdLst/>
                <a:ahLst/>
                <a:cxnLst/>
                <a:rect l="0" t="0" r="0" b="0"/>
                <a:pathLst>
                  <a:path w="3759" h="2814">
                    <a:moveTo>
                      <a:pt x="3744" y="2799"/>
                    </a:moveTo>
                    <a:cubicBezTo>
                      <a:pt x="3429" y="2799"/>
                      <a:pt x="3113" y="2700"/>
                      <a:pt x="2876" y="2550"/>
                    </a:cubicBezTo>
                    <a:cubicBezTo>
                      <a:pt x="2757" y="2476"/>
                      <a:pt x="2659" y="2389"/>
                      <a:pt x="2590" y="2295"/>
                    </a:cubicBezTo>
                    <a:cubicBezTo>
                      <a:pt x="2572" y="2272"/>
                      <a:pt x="2557" y="2248"/>
                      <a:pt x="2544" y="2224"/>
                    </a:cubicBezTo>
                    <a:cubicBezTo>
                      <a:pt x="2537" y="2212"/>
                      <a:pt x="2531" y="2200"/>
                      <a:pt x="2525" y="2188"/>
                    </a:cubicBezTo>
                    <a:cubicBezTo>
                      <a:pt x="2524" y="2185"/>
                      <a:pt x="2522" y="2182"/>
                      <a:pt x="2521" y="2179"/>
                    </a:cubicBezTo>
                    <a:lnTo>
                      <a:pt x="2521" y="2178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0" name="path 2010"/>
              <p:cNvSpPr/>
              <p:nvPr/>
            </p:nvSpPr>
            <p:spPr>
              <a:xfrm>
                <a:off x="9525" y="9525"/>
                <a:ext cx="1641103" cy="1400018"/>
              </a:xfrm>
              <a:custGeom>
                <a:avLst/>
                <a:gdLst/>
                <a:ahLst/>
                <a:cxnLst/>
                <a:rect l="0" t="0" r="0" b="0"/>
                <a:pathLst>
                  <a:path w="2584" h="2204">
                    <a:moveTo>
                      <a:pt x="2569" y="2168"/>
                    </a:moveTo>
                    <a:lnTo>
                      <a:pt x="2491" y="2046"/>
                    </a:lnTo>
                    <a:lnTo>
                      <a:pt x="2472" y="2189"/>
                    </a:lnTo>
                    <a:lnTo>
                      <a:pt x="2569" y="2168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19050" cap="flat">
                <a:solidFill>
                  <a:srgbClr val="00000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2" name="path 2012"/>
              <p:cNvSpPr/>
              <p:nvPr/>
            </p:nvSpPr>
            <p:spPr>
              <a:xfrm>
                <a:off x="3991925" y="484600"/>
                <a:ext cx="1604400" cy="797099"/>
              </a:xfrm>
              <a:custGeom>
                <a:avLst/>
                <a:gdLst/>
                <a:ahLst/>
                <a:cxnLst/>
                <a:rect l="0" t="0" r="0" b="0"/>
                <a:pathLst>
                  <a:path w="2526" h="1255">
                    <a:moveTo>
                      <a:pt x="0" y="209"/>
                    </a:moveTo>
                    <a:lnTo>
                      <a:pt x="0" y="209"/>
                    </a:lnTo>
                    <a:cubicBezTo>
                      <a:pt x="0" y="93"/>
                      <a:pt x="93" y="0"/>
                      <a:pt x="209" y="0"/>
                    </a:cubicBezTo>
                    <a:lnTo>
                      <a:pt x="2317" y="0"/>
                    </a:lnTo>
                    <a:cubicBezTo>
                      <a:pt x="2372" y="0"/>
                      <a:pt x="2426" y="22"/>
                      <a:pt x="2465" y="61"/>
                    </a:cubicBezTo>
                    <a:cubicBezTo>
                      <a:pt x="2504" y="100"/>
                      <a:pt x="2526" y="153"/>
                      <a:pt x="2526" y="209"/>
                    </a:cubicBezTo>
                    <a:lnTo>
                      <a:pt x="2526" y="1046"/>
                    </a:lnTo>
                    <a:cubicBezTo>
                      <a:pt x="2526" y="1161"/>
                      <a:pt x="2432" y="1255"/>
                      <a:pt x="2317" y="1255"/>
                    </a:cubicBezTo>
                    <a:lnTo>
                      <a:pt x="209" y="1255"/>
                    </a:lnTo>
                    <a:cubicBezTo>
                      <a:pt x="93" y="1255"/>
                      <a:pt x="0" y="1161"/>
                      <a:pt x="0" y="1046"/>
                    </a:cubicBezTo>
                    <a:lnTo>
                      <a:pt x="0" y="209"/>
                    </a:lnTo>
                    <a:close/>
                  </a:path>
                </a:pathLst>
              </a:custGeom>
              <a:solidFill>
                <a:srgbClr val="D9EAD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4" name="path 2014"/>
              <p:cNvSpPr/>
              <p:nvPr/>
            </p:nvSpPr>
            <p:spPr>
              <a:xfrm>
                <a:off x="0" y="0"/>
                <a:ext cx="5615375" cy="1300750"/>
              </a:xfrm>
              <a:custGeom>
                <a:avLst/>
                <a:gdLst/>
                <a:ahLst/>
                <a:cxnLst/>
                <a:rect l="0" t="0" r="0" b="0"/>
                <a:pathLst>
                  <a:path w="8843" h="2048">
                    <a:moveTo>
                      <a:pt x="6286" y="972"/>
                    </a:moveTo>
                    <a:lnTo>
                      <a:pt x="6286" y="972"/>
                    </a:lnTo>
                    <a:cubicBezTo>
                      <a:pt x="6286" y="856"/>
                      <a:pt x="6380" y="763"/>
                      <a:pt x="6495" y="763"/>
                    </a:cubicBezTo>
                    <a:lnTo>
                      <a:pt x="8603" y="763"/>
                    </a:lnTo>
                    <a:cubicBezTo>
                      <a:pt x="8659" y="763"/>
                      <a:pt x="8712" y="785"/>
                      <a:pt x="8751" y="824"/>
                    </a:cubicBezTo>
                    <a:cubicBezTo>
                      <a:pt x="8791" y="863"/>
                      <a:pt x="8813" y="916"/>
                      <a:pt x="8813" y="972"/>
                    </a:cubicBezTo>
                    <a:lnTo>
                      <a:pt x="8813" y="1809"/>
                    </a:lnTo>
                    <a:cubicBezTo>
                      <a:pt x="8813" y="1924"/>
                      <a:pt x="8719" y="2018"/>
                      <a:pt x="8603" y="2018"/>
                    </a:cubicBezTo>
                    <a:lnTo>
                      <a:pt x="6495" y="2018"/>
                    </a:lnTo>
                    <a:cubicBezTo>
                      <a:pt x="6380" y="2018"/>
                      <a:pt x="6286" y="1924"/>
                      <a:pt x="6286" y="1809"/>
                    </a:cubicBezTo>
                    <a:lnTo>
                      <a:pt x="6286" y="972"/>
                    </a:lnTo>
                    <a:close/>
                  </a:path>
                </a:pathLst>
              </a:custGeom>
              <a:noFill/>
              <a:ln w="3810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16" name="textbox 2016"/>
            <p:cNvSpPr/>
            <p:nvPr/>
          </p:nvSpPr>
          <p:spPr>
            <a:xfrm>
              <a:off x="-12700" y="-12700"/>
              <a:ext cx="4069079" cy="13601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885439" algn="l" rtl="0" eaLnBrk="0">
                <a:lnSpc>
                  <a:spcPct val="80000"/>
                </a:lnSpc>
                <a:spcBef>
                  <a:spcPts val="2"/>
                </a:spcBef>
                <a:tabLst/>
              </a:pPr>
              <a:r>
                <a:rPr sz="1600" b="1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Testing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34" name="group 234"/>
          <p:cNvGrpSpPr/>
          <p:nvPr/>
        </p:nvGrpSpPr>
        <p:grpSpPr>
          <a:xfrm rot="21600000">
            <a:off x="2490474" y="2454625"/>
            <a:ext cx="767975" cy="1818948"/>
            <a:chOff x="0" y="0"/>
            <a:chExt cx="767975" cy="1818948"/>
          </a:xfrm>
        </p:grpSpPr>
        <p:sp>
          <p:nvSpPr>
            <p:cNvPr id="2018" name="path 2018"/>
            <p:cNvSpPr/>
            <p:nvPr/>
          </p:nvSpPr>
          <p:spPr>
            <a:xfrm>
              <a:off x="172660" y="0"/>
              <a:ext cx="546338" cy="819074"/>
            </a:xfrm>
            <a:custGeom>
              <a:avLst/>
              <a:gdLst/>
              <a:ahLst/>
              <a:cxnLst/>
              <a:rect l="0" t="0" r="0" b="0"/>
              <a:pathLst>
                <a:path w="860" h="1289">
                  <a:moveTo>
                    <a:pt x="12" y="8"/>
                  </a:moveTo>
                  <a:lnTo>
                    <a:pt x="847" y="1281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0" name="path 2020"/>
            <p:cNvSpPr/>
            <p:nvPr/>
          </p:nvSpPr>
          <p:spPr>
            <a:xfrm>
              <a:off x="0" y="35849"/>
              <a:ext cx="767975" cy="859813"/>
            </a:xfrm>
            <a:custGeom>
              <a:avLst/>
              <a:gdLst/>
              <a:ahLst/>
              <a:cxnLst/>
              <a:rect l="0" t="0" r="0" b="0"/>
              <a:pathLst>
                <a:path w="1209" h="1354">
                  <a:moveTo>
                    <a:pt x="1078" y="1252"/>
                  </a:moveTo>
                  <a:lnTo>
                    <a:pt x="1194" y="1339"/>
                  </a:lnTo>
                  <a:lnTo>
                    <a:pt x="1161" y="1198"/>
                  </a:lnTo>
                  <a:lnTo>
                    <a:pt x="1078" y="125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2" name="path 2022"/>
            <p:cNvSpPr/>
            <p:nvPr/>
          </p:nvSpPr>
          <p:spPr>
            <a:xfrm>
              <a:off x="180625" y="899949"/>
              <a:ext cx="478800" cy="19050"/>
            </a:xfrm>
            <a:custGeom>
              <a:avLst/>
              <a:gdLst/>
              <a:ahLst/>
              <a:cxnLst/>
              <a:rect l="0" t="0" r="0" b="0"/>
              <a:pathLst>
                <a:path w="754" h="30">
                  <a:moveTo>
                    <a:pt x="0" y="15"/>
                  </a:moveTo>
                  <a:lnTo>
                    <a:pt x="754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4" name="path 2024"/>
            <p:cNvSpPr/>
            <p:nvPr/>
          </p:nvSpPr>
          <p:spPr>
            <a:xfrm>
              <a:off x="0" y="35849"/>
              <a:ext cx="755400" cy="914615"/>
            </a:xfrm>
            <a:custGeom>
              <a:avLst/>
              <a:gdLst/>
              <a:ahLst/>
              <a:cxnLst/>
              <a:rect l="0" t="0" r="0" b="0"/>
              <a:pathLst>
                <a:path w="1189" h="1440">
                  <a:moveTo>
                    <a:pt x="1038" y="1425"/>
                  </a:moveTo>
                  <a:lnTo>
                    <a:pt x="1174" y="1375"/>
                  </a:lnTo>
                  <a:lnTo>
                    <a:pt x="1038" y="1326"/>
                  </a:lnTo>
                  <a:lnTo>
                    <a:pt x="1038" y="1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6" name="path 2026"/>
            <p:cNvSpPr/>
            <p:nvPr/>
          </p:nvSpPr>
          <p:spPr>
            <a:xfrm>
              <a:off x="172660" y="999873"/>
              <a:ext cx="546338" cy="819074"/>
            </a:xfrm>
            <a:custGeom>
              <a:avLst/>
              <a:gdLst/>
              <a:ahLst/>
              <a:cxnLst/>
              <a:rect l="0" t="0" r="0" b="0"/>
              <a:pathLst>
                <a:path w="860" h="1289">
                  <a:moveTo>
                    <a:pt x="12" y="1281"/>
                  </a:moveTo>
                  <a:lnTo>
                    <a:pt x="847" y="8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8" name="path 2028"/>
            <p:cNvSpPr/>
            <p:nvPr/>
          </p:nvSpPr>
          <p:spPr>
            <a:xfrm>
              <a:off x="0" y="35849"/>
              <a:ext cx="767975" cy="996032"/>
            </a:xfrm>
            <a:custGeom>
              <a:avLst/>
              <a:gdLst/>
              <a:ahLst/>
              <a:cxnLst/>
              <a:rect l="0" t="0" r="0" b="0"/>
              <a:pathLst>
                <a:path w="1209" h="1568">
                  <a:moveTo>
                    <a:pt x="1161" y="1553"/>
                  </a:moveTo>
                  <a:lnTo>
                    <a:pt x="1194" y="1412"/>
                  </a:lnTo>
                  <a:lnTo>
                    <a:pt x="1078" y="1499"/>
                  </a:lnTo>
                  <a:lnTo>
                    <a:pt x="1161" y="15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36" name="group 236"/>
          <p:cNvGrpSpPr/>
          <p:nvPr/>
        </p:nvGrpSpPr>
        <p:grpSpPr>
          <a:xfrm rot="21600000">
            <a:off x="882275" y="1818275"/>
            <a:ext cx="6388456" cy="3091649"/>
            <a:chOff x="0" y="0"/>
            <a:chExt cx="6388456" cy="3091649"/>
          </a:xfrm>
        </p:grpSpPr>
        <p:sp>
          <p:nvSpPr>
            <p:cNvPr id="2030" name="path 2030"/>
            <p:cNvSpPr/>
            <p:nvPr/>
          </p:nvSpPr>
          <p:spPr>
            <a:xfrm>
              <a:off x="3986200" y="1536299"/>
              <a:ext cx="1490100" cy="19050"/>
            </a:xfrm>
            <a:custGeom>
              <a:avLst/>
              <a:gdLst/>
              <a:ahLst/>
              <a:cxnLst/>
              <a:rect l="0" t="0" r="0" b="0"/>
              <a:pathLst>
                <a:path w="2346" h="30">
                  <a:moveTo>
                    <a:pt x="0" y="15"/>
                  </a:moveTo>
                  <a:lnTo>
                    <a:pt x="2346" y="15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32" name="path 2032"/>
            <p:cNvSpPr/>
            <p:nvPr/>
          </p:nvSpPr>
          <p:spPr>
            <a:xfrm>
              <a:off x="1608199" y="672199"/>
              <a:ext cx="3964075" cy="914615"/>
            </a:xfrm>
            <a:custGeom>
              <a:avLst/>
              <a:gdLst/>
              <a:ahLst/>
              <a:cxnLst/>
              <a:rect l="0" t="0" r="0" b="0"/>
              <a:pathLst>
                <a:path w="6242" h="1440">
                  <a:moveTo>
                    <a:pt x="6091" y="1425"/>
                  </a:moveTo>
                  <a:lnTo>
                    <a:pt x="6227" y="1375"/>
                  </a:lnTo>
                  <a:lnTo>
                    <a:pt x="6091" y="1326"/>
                  </a:lnTo>
                  <a:lnTo>
                    <a:pt x="6091" y="1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34" name="path 2034"/>
            <p:cNvSpPr/>
            <p:nvPr/>
          </p:nvSpPr>
          <p:spPr>
            <a:xfrm>
              <a:off x="1608199" y="233499"/>
              <a:ext cx="3183739" cy="1713306"/>
            </a:xfrm>
            <a:custGeom>
              <a:avLst/>
              <a:gdLst/>
              <a:ahLst/>
              <a:cxnLst/>
              <a:rect l="0" t="0" r="0" b="0"/>
              <a:pathLst>
                <a:path w="5013" h="2698">
                  <a:moveTo>
                    <a:pt x="2481" y="15"/>
                  </a:moveTo>
                  <a:cubicBezTo>
                    <a:pt x="2481" y="573"/>
                    <a:pt x="3113" y="776"/>
                    <a:pt x="3744" y="1132"/>
                  </a:cubicBezTo>
                  <a:cubicBezTo>
                    <a:pt x="4060" y="1310"/>
                    <a:pt x="4376" y="1527"/>
                    <a:pt x="4613" y="1806"/>
                  </a:cubicBezTo>
                  <a:cubicBezTo>
                    <a:pt x="4731" y="1946"/>
                    <a:pt x="4830" y="2102"/>
                    <a:pt x="4899" y="2277"/>
                  </a:cubicBezTo>
                  <a:cubicBezTo>
                    <a:pt x="4934" y="2365"/>
                    <a:pt x="4961" y="2457"/>
                    <a:pt x="4979" y="2554"/>
                  </a:cubicBezTo>
                  <a:cubicBezTo>
                    <a:pt x="4984" y="2579"/>
                    <a:pt x="4988" y="2603"/>
                    <a:pt x="4992" y="2628"/>
                  </a:cubicBezTo>
                  <a:cubicBezTo>
                    <a:pt x="4993" y="2641"/>
                    <a:pt x="4995" y="2653"/>
                    <a:pt x="4996" y="2666"/>
                  </a:cubicBezTo>
                  <a:lnTo>
                    <a:pt x="4998" y="268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36" name="path 2036"/>
            <p:cNvSpPr/>
            <p:nvPr/>
          </p:nvSpPr>
          <p:spPr>
            <a:xfrm>
              <a:off x="1608199" y="672199"/>
              <a:ext cx="3215162" cy="1360939"/>
            </a:xfrm>
            <a:custGeom>
              <a:avLst/>
              <a:gdLst/>
              <a:ahLst/>
              <a:cxnLst/>
              <a:rect l="0" t="0" r="0" b="0"/>
              <a:pathLst>
                <a:path w="5063" h="2143">
                  <a:moveTo>
                    <a:pt x="4949" y="1994"/>
                  </a:moveTo>
                  <a:lnTo>
                    <a:pt x="5005" y="2128"/>
                  </a:lnTo>
                  <a:lnTo>
                    <a:pt x="5048" y="1989"/>
                  </a:lnTo>
                  <a:lnTo>
                    <a:pt x="4949" y="199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38" name="path 2038"/>
            <p:cNvSpPr/>
            <p:nvPr/>
          </p:nvSpPr>
          <p:spPr>
            <a:xfrm>
              <a:off x="1608199" y="233499"/>
              <a:ext cx="4737205" cy="824130"/>
            </a:xfrm>
            <a:custGeom>
              <a:avLst/>
              <a:gdLst/>
              <a:ahLst/>
              <a:cxnLst/>
              <a:rect l="0" t="0" r="0" b="0"/>
              <a:pathLst>
                <a:path w="7460" h="1297">
                  <a:moveTo>
                    <a:pt x="2481" y="15"/>
                  </a:moveTo>
                  <a:cubicBezTo>
                    <a:pt x="2481" y="371"/>
                    <a:pt x="3744" y="549"/>
                    <a:pt x="5008" y="727"/>
                  </a:cubicBezTo>
                  <a:cubicBezTo>
                    <a:pt x="5639" y="816"/>
                    <a:pt x="6271" y="904"/>
                    <a:pt x="6745" y="1016"/>
                  </a:cubicBezTo>
                  <a:cubicBezTo>
                    <a:pt x="6982" y="1071"/>
                    <a:pt x="7179" y="1133"/>
                    <a:pt x="7317" y="1202"/>
                  </a:cubicBezTo>
                  <a:cubicBezTo>
                    <a:pt x="7352" y="1219"/>
                    <a:pt x="7383" y="1237"/>
                    <a:pt x="7409" y="1256"/>
                  </a:cubicBezTo>
                  <a:cubicBezTo>
                    <a:pt x="7416" y="1260"/>
                    <a:pt x="7423" y="1265"/>
                    <a:pt x="7429" y="1270"/>
                  </a:cubicBezTo>
                  <a:cubicBezTo>
                    <a:pt x="7432" y="1272"/>
                    <a:pt x="7435" y="1274"/>
                    <a:pt x="7438" y="1277"/>
                  </a:cubicBezTo>
                  <a:cubicBezTo>
                    <a:pt x="7439" y="1278"/>
                    <a:pt x="7441" y="1279"/>
                    <a:pt x="7442" y="1280"/>
                  </a:cubicBezTo>
                  <a:lnTo>
                    <a:pt x="7445" y="1282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0" name="path 2040"/>
            <p:cNvSpPr/>
            <p:nvPr/>
          </p:nvSpPr>
          <p:spPr>
            <a:xfrm>
              <a:off x="1608199" y="672199"/>
              <a:ext cx="4780256" cy="460399"/>
            </a:xfrm>
            <a:custGeom>
              <a:avLst/>
              <a:gdLst/>
              <a:ahLst/>
              <a:cxnLst/>
              <a:rect l="0" t="0" r="0" b="0"/>
              <a:pathLst>
                <a:path w="7527" h="725">
                  <a:moveTo>
                    <a:pt x="7402" y="616"/>
                  </a:moveTo>
                  <a:lnTo>
                    <a:pt x="7512" y="710"/>
                  </a:lnTo>
                  <a:lnTo>
                    <a:pt x="7488" y="567"/>
                  </a:lnTo>
                  <a:lnTo>
                    <a:pt x="7402" y="6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905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2" name="path 2042"/>
            <p:cNvSpPr/>
            <p:nvPr/>
          </p:nvSpPr>
          <p:spPr>
            <a:xfrm>
              <a:off x="0" y="0"/>
              <a:ext cx="1973249" cy="3091649"/>
            </a:xfrm>
            <a:custGeom>
              <a:avLst/>
              <a:gdLst/>
              <a:ahLst/>
              <a:cxnLst/>
              <a:rect l="0" t="0" r="0" b="0"/>
              <a:pathLst>
                <a:path w="3107" h="4868">
                  <a:moveTo>
                    <a:pt x="15" y="527"/>
                  </a:moveTo>
                  <a:lnTo>
                    <a:pt x="15" y="527"/>
                  </a:lnTo>
                  <a:cubicBezTo>
                    <a:pt x="15" y="244"/>
                    <a:pt x="244" y="15"/>
                    <a:pt x="527" y="15"/>
                  </a:cubicBezTo>
                  <a:lnTo>
                    <a:pt x="2579" y="15"/>
                  </a:lnTo>
                  <a:lnTo>
                    <a:pt x="2579" y="15"/>
                  </a:lnTo>
                  <a:cubicBezTo>
                    <a:pt x="2715" y="15"/>
                    <a:pt x="2846" y="69"/>
                    <a:pt x="2942" y="165"/>
                  </a:cubicBezTo>
                  <a:cubicBezTo>
                    <a:pt x="3038" y="261"/>
                    <a:pt x="3092" y="391"/>
                    <a:pt x="3092" y="527"/>
                  </a:cubicBezTo>
                  <a:lnTo>
                    <a:pt x="3092" y="4340"/>
                  </a:lnTo>
                  <a:cubicBezTo>
                    <a:pt x="3092" y="4624"/>
                    <a:pt x="2862" y="4853"/>
                    <a:pt x="2579" y="4853"/>
                  </a:cubicBezTo>
                  <a:lnTo>
                    <a:pt x="527" y="4853"/>
                  </a:lnTo>
                  <a:cubicBezTo>
                    <a:pt x="244" y="4853"/>
                    <a:pt x="15" y="4624"/>
                    <a:pt x="15" y="4340"/>
                  </a:cubicBezTo>
                  <a:lnTo>
                    <a:pt x="15" y="527"/>
                  </a:lnTo>
                  <a:close/>
                </a:path>
              </a:pathLst>
            </a:custGeom>
            <a:noFill/>
            <a:ln w="19050" cap="flat">
              <a:solidFill>
                <a:srgbClr val="0000FF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44" name="textbox 2044"/>
          <p:cNvSpPr/>
          <p:nvPr/>
        </p:nvSpPr>
        <p:spPr>
          <a:xfrm>
            <a:off x="396657" y="497887"/>
            <a:ext cx="5868034" cy="553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153"/>
              </a:lnSpc>
              <a:tabLst/>
            </a:pP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Ov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erview of</a:t>
            </a:r>
            <a:r>
              <a:rPr sz="2600" b="1" kern="0" spc="-1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DNN Train</a:t>
            </a: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 Procedur</a:t>
            </a: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grpSp>
        <p:nvGrpSpPr>
          <p:cNvPr id="238" name="group 238"/>
          <p:cNvGrpSpPr/>
          <p:nvPr/>
        </p:nvGrpSpPr>
        <p:grpSpPr>
          <a:xfrm rot="21600000">
            <a:off x="2490474" y="1254674"/>
            <a:ext cx="2387525" cy="816149"/>
            <a:chOff x="0" y="0"/>
            <a:chExt cx="2387525" cy="816149"/>
          </a:xfrm>
        </p:grpSpPr>
        <p:sp>
          <p:nvSpPr>
            <p:cNvPr id="2046" name="path 2046"/>
            <p:cNvSpPr/>
            <p:nvPr/>
          </p:nvSpPr>
          <p:spPr>
            <a:xfrm>
              <a:off x="773599" y="9525"/>
              <a:ext cx="1604400" cy="797099"/>
            </a:xfrm>
            <a:custGeom>
              <a:avLst/>
              <a:gdLst/>
              <a:ahLst/>
              <a:cxnLst/>
              <a:rect l="0" t="0" r="0" b="0"/>
              <a:pathLst>
                <a:path w="2526" h="1255">
                  <a:moveTo>
                    <a:pt x="0" y="209"/>
                  </a:moveTo>
                  <a:lnTo>
                    <a:pt x="0" y="209"/>
                  </a:lnTo>
                  <a:cubicBezTo>
                    <a:pt x="0" y="93"/>
                    <a:pt x="93" y="0"/>
                    <a:pt x="209" y="0"/>
                  </a:cubicBezTo>
                  <a:lnTo>
                    <a:pt x="2317" y="0"/>
                  </a:lnTo>
                  <a:cubicBezTo>
                    <a:pt x="2372" y="0"/>
                    <a:pt x="2426" y="22"/>
                    <a:pt x="2465" y="61"/>
                  </a:cubicBezTo>
                  <a:cubicBezTo>
                    <a:pt x="2504" y="100"/>
                    <a:pt x="2526" y="153"/>
                    <a:pt x="2526" y="209"/>
                  </a:cubicBezTo>
                  <a:lnTo>
                    <a:pt x="2526" y="1046"/>
                  </a:lnTo>
                  <a:cubicBezTo>
                    <a:pt x="2526" y="1161"/>
                    <a:pt x="2432" y="1255"/>
                    <a:pt x="2317" y="1255"/>
                  </a:cubicBezTo>
                  <a:lnTo>
                    <a:pt x="209" y="1255"/>
                  </a:lnTo>
                  <a:cubicBezTo>
                    <a:pt x="93" y="1255"/>
                    <a:pt x="0" y="1161"/>
                    <a:pt x="0" y="1046"/>
                  </a:cubicBezTo>
                  <a:lnTo>
                    <a:pt x="0" y="209"/>
                  </a:lnTo>
                  <a:close/>
                </a:path>
              </a:pathLst>
            </a:custGeom>
            <a:solidFill>
              <a:srgbClr val="D9D2E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8" name="path 2048"/>
            <p:cNvSpPr/>
            <p:nvPr/>
          </p:nvSpPr>
          <p:spPr>
            <a:xfrm>
              <a:off x="0" y="0"/>
              <a:ext cx="2387525" cy="816149"/>
            </a:xfrm>
            <a:custGeom>
              <a:avLst/>
              <a:gdLst/>
              <a:ahLst/>
              <a:cxnLst/>
              <a:rect l="0" t="0" r="0" b="0"/>
              <a:pathLst>
                <a:path w="3759" h="1285">
                  <a:moveTo>
                    <a:pt x="1218" y="224"/>
                  </a:moveTo>
                  <a:lnTo>
                    <a:pt x="1218" y="224"/>
                  </a:lnTo>
                  <a:cubicBezTo>
                    <a:pt x="1218" y="108"/>
                    <a:pt x="1311" y="15"/>
                    <a:pt x="1427" y="15"/>
                  </a:cubicBezTo>
                  <a:lnTo>
                    <a:pt x="3535" y="15"/>
                  </a:lnTo>
                  <a:cubicBezTo>
                    <a:pt x="3591" y="15"/>
                    <a:pt x="3644" y="37"/>
                    <a:pt x="3683" y="76"/>
                  </a:cubicBezTo>
                  <a:cubicBezTo>
                    <a:pt x="3722" y="115"/>
                    <a:pt x="3744" y="168"/>
                    <a:pt x="3744" y="224"/>
                  </a:cubicBezTo>
                  <a:lnTo>
                    <a:pt x="3744" y="1061"/>
                  </a:lnTo>
                  <a:cubicBezTo>
                    <a:pt x="3744" y="1176"/>
                    <a:pt x="3651" y="1270"/>
                    <a:pt x="3535" y="1270"/>
                  </a:cubicBezTo>
                  <a:lnTo>
                    <a:pt x="1427" y="1270"/>
                  </a:lnTo>
                  <a:cubicBezTo>
                    <a:pt x="1311" y="1270"/>
                    <a:pt x="1218" y="1176"/>
                    <a:pt x="1218" y="1061"/>
                  </a:cubicBezTo>
                  <a:lnTo>
                    <a:pt x="1218" y="224"/>
                  </a:ln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50" name="path 2050"/>
          <p:cNvSpPr/>
          <p:nvPr/>
        </p:nvSpPr>
        <p:spPr>
          <a:xfrm>
            <a:off x="2490474" y="1046324"/>
            <a:ext cx="2562425" cy="1232850"/>
          </a:xfrm>
          <a:custGeom>
            <a:avLst/>
            <a:gdLst/>
            <a:ahLst/>
            <a:cxnLst/>
            <a:rect l="0" t="0" r="0" b="0"/>
            <a:pathLst>
              <a:path w="4035" h="1941">
                <a:moveTo>
                  <a:pt x="942" y="333"/>
                </a:moveTo>
                <a:lnTo>
                  <a:pt x="942" y="333"/>
                </a:lnTo>
                <a:cubicBezTo>
                  <a:pt x="942" y="157"/>
                  <a:pt x="1085" y="15"/>
                  <a:pt x="1261" y="15"/>
                </a:cubicBezTo>
                <a:lnTo>
                  <a:pt x="3701" y="15"/>
                </a:lnTo>
                <a:cubicBezTo>
                  <a:pt x="3786" y="15"/>
                  <a:pt x="3867" y="48"/>
                  <a:pt x="3927" y="108"/>
                </a:cubicBezTo>
                <a:cubicBezTo>
                  <a:pt x="3986" y="168"/>
                  <a:pt x="4020" y="249"/>
                  <a:pt x="4020" y="333"/>
                </a:cubicBezTo>
                <a:lnTo>
                  <a:pt x="4020" y="1607"/>
                </a:lnTo>
                <a:cubicBezTo>
                  <a:pt x="4020" y="1783"/>
                  <a:pt x="3877" y="1926"/>
                  <a:pt x="3701" y="1926"/>
                </a:cubicBezTo>
                <a:lnTo>
                  <a:pt x="1261" y="1926"/>
                </a:lnTo>
                <a:cubicBezTo>
                  <a:pt x="1085" y="1926"/>
                  <a:pt x="942" y="1783"/>
                  <a:pt x="942" y="1607"/>
                </a:cubicBezTo>
                <a:lnTo>
                  <a:pt x="942" y="333"/>
                </a:lnTo>
                <a:close/>
              </a:path>
            </a:pathLst>
          </a:custGeom>
          <a:noFill/>
          <a:ln w="19050" cap="flat">
            <a:solidFill>
              <a:srgbClr val="0000FF"/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52" name="textbox 2052"/>
          <p:cNvSpPr/>
          <p:nvPr/>
        </p:nvSpPr>
        <p:spPr>
          <a:xfrm>
            <a:off x="5183668" y="1423437"/>
            <a:ext cx="2761614" cy="512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1914"/>
              </a:lnSpc>
              <a:tabLst/>
            </a:pPr>
            <a:r>
              <a:rPr sz="1400" b="1" kern="0" spc="-3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torch.uti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ls.data.Dataset</a:t>
            </a:r>
            <a:endParaRPr sz="14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ts val="1914"/>
              </a:lnSpc>
              <a:spcBef>
                <a:spcPts val="6"/>
              </a:spcBef>
              <a:tabLst/>
            </a:pP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orch.utils.data.Dat</a:t>
            </a: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aLoade</a:t>
            </a:r>
            <a:r>
              <a:rPr sz="1400" b="1" kern="0" spc="-4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r</a:t>
            </a:r>
            <a:endParaRPr sz="14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2054" name="rect 2054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56" name="textbox 2056"/>
          <p:cNvSpPr/>
          <p:nvPr/>
        </p:nvSpPr>
        <p:spPr>
          <a:xfrm>
            <a:off x="1304849" y="1251650"/>
            <a:ext cx="1136014" cy="478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4464" algn="l" rtl="0" eaLnBrk="0">
              <a:lnSpc>
                <a:spcPts val="1920"/>
              </a:lnSpc>
              <a:tabLst/>
            </a:pPr>
            <a:r>
              <a:rPr sz="1500" b="1" kern="0" spc="-9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torch.nn</a:t>
            </a:r>
            <a:endParaRPr sz="1500" dirty="0">
              <a:latin typeface="Courier New"/>
              <a:ea typeface="Courier New"/>
              <a:cs typeface="Courier New"/>
            </a:endParaRPr>
          </a:p>
          <a:p>
            <a:pPr algn="r" rtl="0" eaLnBrk="0">
              <a:lnSpc>
                <a:spcPct val="97000"/>
              </a:lnSpc>
              <a:spcBef>
                <a:spcPts val="16"/>
              </a:spcBef>
              <a:tabLst/>
            </a:pPr>
            <a:r>
              <a:rPr sz="1400" b="1" kern="0" spc="-6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torch.op</a:t>
            </a:r>
            <a:r>
              <a:rPr sz="1400" b="1" kern="0" spc="-5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ti</a:t>
            </a:r>
            <a:r>
              <a:rPr sz="1400" b="1" kern="0" spc="30" dirty="0">
                <a:solidFill>
                  <a:srgbClr val="0000FF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m</a:t>
            </a:r>
            <a:endParaRPr sz="14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2058" name="textbox 2058"/>
          <p:cNvSpPr/>
          <p:nvPr/>
        </p:nvSpPr>
        <p:spPr>
          <a:xfrm>
            <a:off x="1250789" y="2244406"/>
            <a:ext cx="1251585" cy="472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56" rIns="0" bIns="0"/>
          <a:lstStyle/>
          <a:p>
            <a:pPr marL="260350" indent="-248284" algn="l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Define</a:t>
            </a: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ral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2060" name="textbox 2060"/>
          <p:cNvSpPr/>
          <p:nvPr/>
        </p:nvSpPr>
        <p:spPr>
          <a:xfrm>
            <a:off x="1238668" y="3274920"/>
            <a:ext cx="127508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Loss</a:t>
            </a: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Functio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2062" name="textbox 2062"/>
          <p:cNvSpPr/>
          <p:nvPr/>
        </p:nvSpPr>
        <p:spPr>
          <a:xfrm>
            <a:off x="1431382" y="4176528"/>
            <a:ext cx="88773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Optimizer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2064" name="textbox 2064"/>
          <p:cNvSpPr/>
          <p:nvPr/>
        </p:nvSpPr>
        <p:spPr>
          <a:xfrm>
            <a:off x="3662801" y="3274920"/>
            <a:ext cx="810894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Training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2066" name="textbox 2066"/>
          <p:cNvSpPr/>
          <p:nvPr/>
        </p:nvSpPr>
        <p:spPr>
          <a:xfrm>
            <a:off x="5178221" y="4179170"/>
            <a:ext cx="984250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Validatio</a:t>
            </a: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2068" name="textbox 2068"/>
          <p:cNvSpPr/>
          <p:nvPr/>
        </p:nvSpPr>
        <p:spPr>
          <a:xfrm>
            <a:off x="3599664" y="1573570"/>
            <a:ext cx="94805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Load</a:t>
            </a: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sz="1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textbox 2070"/>
          <p:cNvSpPr/>
          <p:nvPr/>
        </p:nvSpPr>
        <p:spPr>
          <a:xfrm>
            <a:off x="217561" y="1819664"/>
            <a:ext cx="4641215" cy="1814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dataset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MyDatase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t(file)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6509" algn="l" rtl="0" eaLnBrk="0">
              <a:lnSpc>
                <a:spcPct val="95000"/>
              </a:lnSpc>
              <a:spcBef>
                <a:spcPts val="1580"/>
              </a:spcBef>
              <a:tabLst/>
            </a:pP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tr_set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DataLoader(datase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t,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16,</a:t>
            </a:r>
            <a:r>
              <a:rPr sz="1400" kern="0" spc="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shuffle=True)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2700" algn="l" rtl="0" eaLnBrk="0">
              <a:lnSpc>
                <a:spcPct val="93000"/>
              </a:lnSpc>
              <a:spcBef>
                <a:spcPts val="1526"/>
              </a:spcBef>
              <a:tabLst/>
            </a:pP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model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MyModel().to(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device)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3970" algn="l" rtl="0" eaLnBrk="0">
              <a:lnSpc>
                <a:spcPct val="96000"/>
              </a:lnSpc>
              <a:spcBef>
                <a:spcPts val="1574"/>
              </a:spcBef>
              <a:tabLst/>
            </a:pP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criterion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1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nn.MSELoss()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3"/>
              </a:spcBef>
              <a:tabLst/>
            </a:pP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optimizer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torch.optim.SGD(model.parameters(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),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0.1)</a:t>
            </a:r>
            <a:endParaRPr sz="14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2072" name="textbox 2072"/>
          <p:cNvSpPr/>
          <p:nvPr/>
        </p:nvSpPr>
        <p:spPr>
          <a:xfrm>
            <a:off x="5035087" y="1819664"/>
            <a:ext cx="3928745" cy="1814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ct val="93000"/>
              </a:lnSpc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read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via</a:t>
            </a:r>
            <a:r>
              <a:rPr sz="1400" kern="0" spc="5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MyDataset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6509" algn="l" rtl="0" eaLnBrk="0">
              <a:lnSpc>
                <a:spcPct val="93000"/>
              </a:lnSpc>
              <a:spcBef>
                <a:spcPts val="1570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put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dataset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into</a:t>
            </a:r>
            <a:r>
              <a:rPr sz="1400" kern="0" spc="1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Dataloader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2700" algn="l" rtl="0" eaLnBrk="0">
              <a:lnSpc>
                <a:spcPct val="93000"/>
              </a:lnSpc>
              <a:spcBef>
                <a:spcPts val="1570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contruct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model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and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move</a:t>
            </a:r>
            <a:r>
              <a:rPr sz="1400" kern="0" spc="1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</a:t>
            </a:r>
            <a:r>
              <a:rPr sz="1400" kern="0" spc="6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device</a:t>
            </a:r>
            <a:r>
              <a:rPr sz="1400" kern="0" spc="16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(cpu/cuda)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5240" algn="l" rtl="0" eaLnBrk="0">
              <a:lnSpc>
                <a:spcPts val="1746"/>
              </a:lnSpc>
              <a:spcBef>
                <a:spcPts val="1577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set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loss</a:t>
            </a:r>
            <a:r>
              <a:rPr sz="1400" kern="0" spc="8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functi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on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3000"/>
              </a:lnSpc>
              <a:spcBef>
                <a:spcPts val="6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set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optimizer</a:t>
            </a:r>
            <a:endParaRPr sz="14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2074" name="textbox 2074"/>
          <p:cNvSpPr/>
          <p:nvPr/>
        </p:nvSpPr>
        <p:spPr>
          <a:xfrm>
            <a:off x="403241" y="616393"/>
            <a:ext cx="3540759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9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Neural Network</a:t>
            </a:r>
            <a:r>
              <a:rPr sz="2600" b="1" kern="0" spc="-2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2076" name="rect 2076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textbox 2078"/>
          <p:cNvSpPr/>
          <p:nvPr/>
        </p:nvSpPr>
        <p:spPr>
          <a:xfrm>
            <a:off x="624526" y="1286264"/>
            <a:ext cx="3862704" cy="3405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2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foΓ</a:t>
            </a:r>
            <a:r>
              <a:rPr sz="1200" kern="0" spc="1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epoch</a:t>
            </a:r>
            <a:r>
              <a:rPr sz="1200" kern="0" spc="1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i∩</a:t>
            </a:r>
            <a:r>
              <a:rPr sz="1200" kern="0" spc="2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Γa∩9e(∩_epochs):</a:t>
            </a:r>
            <a:endParaRPr sz="1200" dirty="0">
              <a:latin typeface="MS Gothic"/>
              <a:ea typeface="MS Gothic"/>
              <a:cs typeface="MS Gothic"/>
            </a:endParaRPr>
          </a:p>
          <a:p>
            <a:pPr marL="465455" algn="l" rtl="0" eaLnBrk="0">
              <a:lnSpc>
                <a:spcPts val="3132"/>
              </a:lnSpc>
              <a:tabLst/>
            </a:pPr>
            <a:r>
              <a:rPr sz="13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nodel.tΓai∩()</a:t>
            </a:r>
            <a:endParaRPr sz="13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9900" algn="l" rtl="0" eaLnBrk="0">
              <a:lnSpc>
                <a:spcPts val="1533"/>
              </a:lnSpc>
              <a:spcBef>
                <a:spcPts val="364"/>
              </a:spcBef>
              <a:tabLst/>
            </a:pPr>
            <a:r>
              <a:rPr sz="12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foΓ</a:t>
            </a:r>
            <a:r>
              <a:rPr sz="1200" kern="0" spc="1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x,</a:t>
            </a:r>
            <a:r>
              <a:rPr sz="1200" kern="0" spc="1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</a:t>
            </a:r>
            <a:r>
              <a:rPr sz="1200" kern="0" spc="1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i∩</a:t>
            </a:r>
            <a:r>
              <a:rPr sz="1200" kern="0" spc="1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</a:t>
            </a:r>
            <a:r>
              <a:rPr sz="12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Γ_set:</a:t>
            </a:r>
            <a:endParaRPr sz="12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22655" algn="l" rtl="0" eaLnBrk="0">
              <a:lnSpc>
                <a:spcPct val="99000"/>
              </a:lnSpc>
              <a:spcBef>
                <a:spcPts val="399"/>
              </a:spcBef>
              <a:tabLst/>
            </a:pPr>
            <a:r>
              <a:rPr sz="13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optinizeΓ.zeΓo_9Γa</a:t>
            </a:r>
            <a:r>
              <a:rPr sz="13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d()</a:t>
            </a:r>
            <a:endParaRPr sz="1300" dirty="0">
              <a:latin typeface="MS Gothic"/>
              <a:ea typeface="MS Gothic"/>
              <a:cs typeface="MS Gothic"/>
            </a:endParaRPr>
          </a:p>
          <a:p>
            <a:pPr marL="927735" indent="-6985" algn="l" rtl="0" eaLnBrk="0">
              <a:lnSpc>
                <a:spcPct val="183000"/>
              </a:lnSpc>
              <a:spcBef>
                <a:spcPts val="335"/>
              </a:spcBef>
              <a:tabLst/>
            </a:pP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x,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</a:t>
            </a:r>
            <a:r>
              <a:rPr sz="1400" kern="0" spc="-2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〓</a:t>
            </a:r>
            <a:r>
              <a:rPr sz="1400" kern="0" spc="-2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x.to(device),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y.to(device)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pΓed</a:t>
            </a:r>
            <a:r>
              <a:rPr sz="1300" kern="0" spc="-1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〓</a:t>
            </a:r>
            <a:r>
              <a:rPr sz="1300" kern="0" spc="-1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nodel(x)</a:t>
            </a:r>
            <a:endParaRPr sz="1300" dirty="0">
              <a:latin typeface="MS Gothic"/>
              <a:ea typeface="MS Gothic"/>
              <a:cs typeface="MS Gothic"/>
            </a:endParaRPr>
          </a:p>
          <a:p>
            <a:pPr marL="925194" algn="l" rtl="0" eaLnBrk="0">
              <a:lnSpc>
                <a:spcPct val="193000"/>
              </a:lnSpc>
              <a:spcBef>
                <a:spcPts val="309"/>
              </a:spcBef>
              <a:tabLst/>
            </a:pPr>
            <a:r>
              <a:rPr sz="12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loss</a:t>
            </a:r>
            <a:r>
              <a:rPr sz="1200" kern="0" spc="-1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〓</a:t>
            </a:r>
            <a:r>
              <a:rPr sz="12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cΓit</a:t>
            </a:r>
            <a:r>
              <a:rPr sz="12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eΓio∩(pΓed,</a:t>
            </a:r>
            <a:r>
              <a:rPr sz="1200" kern="0" spc="1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y)</a:t>
            </a:r>
            <a:r>
              <a:rPr sz="12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         </a:t>
            </a:r>
            <a:r>
              <a:rPr sz="14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loss.backwaΓd()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922655" algn="l" rtl="0" eaLnBrk="0">
              <a:lnSpc>
                <a:spcPct val="93000"/>
              </a:lnSpc>
              <a:spcBef>
                <a:spcPts val="3"/>
              </a:spcBef>
              <a:tabLst/>
            </a:pPr>
            <a:r>
              <a:rPr sz="14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optinizeΓ.step()</a:t>
            </a:r>
            <a:endParaRPr sz="14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2080" name="textbox 2080"/>
          <p:cNvSpPr/>
          <p:nvPr/>
        </p:nvSpPr>
        <p:spPr>
          <a:xfrm>
            <a:off x="4880914" y="1286264"/>
            <a:ext cx="3041014" cy="3405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9000"/>
              </a:lnSpc>
              <a:tabLst/>
            </a:pPr>
            <a:r>
              <a:rPr sz="1300" kern="0" spc="-5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iteΓate</a:t>
            </a:r>
            <a:r>
              <a:rPr sz="1300" kern="0" spc="15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5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∩_epochs</a:t>
            </a:r>
            <a:endParaRPr sz="1300" dirty="0">
              <a:latin typeface="MS Gothic"/>
              <a:ea typeface="MS Gothic"/>
              <a:cs typeface="MS Gothic"/>
            </a:endParaRPr>
          </a:p>
          <a:p>
            <a:pPr marL="17145" algn="l" rtl="0" eaLnBrk="0">
              <a:lnSpc>
                <a:spcPts val="1722"/>
              </a:lnSpc>
              <a:spcBef>
                <a:spcPts val="1588"/>
              </a:spcBef>
              <a:tabLst/>
            </a:pPr>
            <a:r>
              <a:rPr sz="13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set</a:t>
            </a:r>
            <a:r>
              <a:rPr sz="1300" kern="0" spc="1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nodel</a:t>
            </a:r>
            <a:r>
              <a:rPr sz="1300" kern="0" spc="1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</a:t>
            </a:r>
            <a:r>
              <a:rPr sz="1300" kern="0" spc="1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tΓai∩</a:t>
            </a:r>
            <a:r>
              <a:rPr sz="1300" kern="0" spc="1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node</a:t>
            </a:r>
            <a:endParaRPr sz="1300" dirty="0">
              <a:latin typeface="MS Gothic"/>
              <a:ea typeface="MS Gothic"/>
              <a:cs typeface="MS Gothic"/>
            </a:endParaRPr>
          </a:p>
          <a:p>
            <a:pPr marL="16509" indent="-1905" algn="l" rtl="0" eaLnBrk="0">
              <a:lnSpc>
                <a:spcPct val="203000"/>
              </a:lnSpc>
              <a:spcBef>
                <a:spcPts val="150"/>
              </a:spcBef>
              <a:tabLst/>
            </a:pP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iteΓate</a:t>
            </a:r>
            <a:r>
              <a:rPr sz="1300" kern="0" spc="16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thΓou9h</a:t>
            </a:r>
            <a:r>
              <a:rPr sz="1300" kern="0" spc="1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the</a:t>
            </a: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dataloadeΓ</a:t>
            </a:r>
            <a:r>
              <a:rPr sz="13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    </a:t>
            </a:r>
            <a:r>
              <a:rPr sz="12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set</a:t>
            </a:r>
            <a:r>
              <a:rPr sz="1200" kern="0" spc="20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9Γadie∩t</a:t>
            </a:r>
            <a:r>
              <a:rPr sz="1200" kern="0" spc="19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</a:t>
            </a:r>
            <a:r>
              <a:rPr sz="1200" kern="0" spc="20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zeΓo</a:t>
            </a:r>
            <a:endParaRPr sz="1200" dirty="0">
              <a:latin typeface="MS Gothic"/>
              <a:ea typeface="MS Gothic"/>
              <a:cs typeface="MS Gothic"/>
            </a:endParaRPr>
          </a:p>
          <a:p>
            <a:pPr marL="13970" indent="-1270" algn="l" rtl="0" eaLnBrk="0">
              <a:lnSpc>
                <a:spcPct val="185000"/>
              </a:lnSpc>
              <a:spcBef>
                <a:spcPts val="153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nove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</a:t>
            </a:r>
            <a:r>
              <a:rPr sz="1400" kern="0" spc="5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device</a:t>
            </a:r>
            <a:r>
              <a:rPr sz="1400" kern="0" spc="16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(cpu/cuda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    </a:t>
            </a:r>
            <a:r>
              <a:rPr sz="13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foΓwaΓd</a:t>
            </a:r>
            <a:r>
              <a:rPr sz="13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pass</a:t>
            </a:r>
            <a:r>
              <a:rPr sz="1300" kern="0" spc="2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(conpute</a:t>
            </a:r>
            <a:r>
              <a:rPr sz="1300" kern="0" spc="10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output)</a:t>
            </a:r>
            <a:r>
              <a:rPr sz="13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     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conpute</a:t>
            </a:r>
            <a:r>
              <a:rPr sz="1400" kern="0" spc="15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loss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7145" indent="-3175" algn="l" rtl="0" eaLnBrk="0">
              <a:lnSpc>
                <a:spcPct val="184000"/>
              </a:lnSpc>
              <a:spcBef>
                <a:spcPts val="303"/>
              </a:spcBef>
              <a:tabLst/>
            </a:pP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conpute</a:t>
            </a: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9Γadi</a:t>
            </a:r>
            <a:r>
              <a:rPr sz="13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e∩t</a:t>
            </a:r>
            <a:r>
              <a:rPr sz="1300" kern="0" spc="20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(backpΓopa9atio∩)</a:t>
            </a:r>
            <a:r>
              <a:rPr sz="13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update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nodel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with</a:t>
            </a:r>
            <a:r>
              <a:rPr sz="1400" kern="0" spc="5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op</a:t>
            </a:r>
            <a:r>
              <a:rPr sz="14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tinizeΓ</a:t>
            </a:r>
            <a:endParaRPr sz="14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2082" name="textbox 2082"/>
          <p:cNvSpPr/>
          <p:nvPr/>
        </p:nvSpPr>
        <p:spPr>
          <a:xfrm>
            <a:off x="403241" y="616393"/>
            <a:ext cx="3540759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9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Neural Network</a:t>
            </a:r>
            <a:r>
              <a:rPr sz="2600" b="1" kern="0" spc="-2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2084" name="rect 2084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textbox 2086"/>
          <p:cNvSpPr/>
          <p:nvPr/>
        </p:nvSpPr>
        <p:spPr>
          <a:xfrm>
            <a:off x="620177" y="1286264"/>
            <a:ext cx="4298315" cy="3406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model.eval()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6509" algn="l" rtl="0" eaLnBrk="0">
              <a:lnSpc>
                <a:spcPct val="95000"/>
              </a:lnSpc>
              <a:spcBef>
                <a:spcPts val="1525"/>
              </a:spcBef>
              <a:tabLst/>
            </a:pP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total_loss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0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6509" algn="l" rtl="0" eaLnBrk="0">
              <a:lnSpc>
                <a:spcPct val="93000"/>
              </a:lnSpc>
              <a:spcBef>
                <a:spcPts val="1526"/>
              </a:spcBef>
              <a:tabLst/>
            </a:pPr>
            <a:r>
              <a:rPr sz="14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for</a:t>
            </a:r>
            <a:r>
              <a:rPr sz="14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x,</a:t>
            </a:r>
            <a:r>
              <a:rPr sz="14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</a:t>
            </a:r>
            <a:r>
              <a:rPr sz="14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in</a:t>
            </a:r>
            <a:r>
              <a:rPr sz="1400" kern="0" spc="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dv_set: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467359" algn="l" rtl="0" eaLnBrk="0">
              <a:lnSpc>
                <a:spcPct val="93000"/>
              </a:lnSpc>
              <a:spcBef>
                <a:spcPts val="1570"/>
              </a:spcBef>
              <a:tabLst/>
            </a:pP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x,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x.to(device),</a:t>
            </a:r>
            <a:r>
              <a:rPr sz="1400" kern="0" spc="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.to(device)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4184" algn="l" rtl="0" eaLnBrk="0">
              <a:lnSpc>
                <a:spcPct val="92000"/>
              </a:lnSpc>
              <a:spcBef>
                <a:spcPts val="368"/>
              </a:spcBef>
              <a:tabLst/>
            </a:pPr>
            <a:r>
              <a:rPr sz="1200" b="1" kern="0" spc="-2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with</a:t>
            </a:r>
            <a:r>
              <a:rPr sz="1200" b="1" kern="0" spc="-2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kern="0" spc="-2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torch.no_grad():</a:t>
            </a:r>
            <a:endParaRPr sz="1200" dirty="0">
              <a:latin typeface="Courier New"/>
              <a:ea typeface="Courier New"/>
              <a:cs typeface="Courier New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32180" algn="l" rtl="0" eaLnBrk="0">
              <a:lnSpc>
                <a:spcPct val="93000"/>
              </a:lnSpc>
              <a:spcBef>
                <a:spcPts val="430"/>
              </a:spcBef>
              <a:tabLst/>
            </a:pP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pred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model(</a:t>
            </a:r>
            <a:r>
              <a:rPr sz="14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929005" algn="l" rtl="0" eaLnBrk="0">
              <a:lnSpc>
                <a:spcPct val="93000"/>
              </a:lnSpc>
              <a:spcBef>
                <a:spcPts val="1570"/>
              </a:spcBef>
              <a:tabLst/>
            </a:pP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loss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crite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rion(pred,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y)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473709" algn="l" rtl="0" eaLnBrk="0">
              <a:lnSpc>
                <a:spcPct val="93000"/>
              </a:lnSpc>
              <a:spcBef>
                <a:spcPts val="1570"/>
              </a:spcBef>
              <a:tabLst/>
            </a:pP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total_loss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+=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loss.cpu().item()</a:t>
            </a:r>
            <a:r>
              <a:rPr sz="1400" kern="0" spc="8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*</a:t>
            </a:r>
            <a:r>
              <a:rPr sz="1400" kern="0" spc="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len(x)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avg_loss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total_loss</a:t>
            </a:r>
            <a:r>
              <a:rPr sz="1400" kern="0" spc="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/</a:t>
            </a:r>
            <a:r>
              <a:rPr sz="14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len(dv_set.dataset)</a:t>
            </a:r>
            <a:endParaRPr sz="14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2088" name="textbox 2088"/>
          <p:cNvSpPr/>
          <p:nvPr/>
        </p:nvSpPr>
        <p:spPr>
          <a:xfrm>
            <a:off x="5700774" y="1286264"/>
            <a:ext cx="2685414" cy="3405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ts val="1746"/>
              </a:lnSpc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set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model</a:t>
            </a:r>
            <a:r>
              <a:rPr sz="1400" kern="0" spc="10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evaluation</a:t>
            </a:r>
            <a:r>
              <a:rPr sz="1400" kern="0" spc="6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mode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3000"/>
              </a:lnSpc>
              <a:spcBef>
                <a:spcPts val="424"/>
              </a:spcBef>
              <a:tabLst/>
            </a:pP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iterate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thr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ough</a:t>
            </a:r>
            <a:r>
              <a:rPr sz="1400" kern="0" spc="8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the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dataloader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2700" algn="l" rtl="0" eaLnBrk="0">
              <a:lnSpc>
                <a:spcPct val="93000"/>
              </a:lnSpc>
              <a:spcBef>
                <a:spcPts val="1564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move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</a:t>
            </a:r>
            <a:r>
              <a:rPr sz="1400" kern="0" spc="6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device</a:t>
            </a:r>
            <a:r>
              <a:rPr sz="1400" kern="0" spc="16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(cpu/cuda)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2700" algn="l" rtl="0" eaLnBrk="0">
              <a:lnSpc>
                <a:spcPct val="93000"/>
              </a:lnSpc>
              <a:spcBef>
                <a:spcPts val="1575"/>
              </a:spcBef>
              <a:tabLst/>
            </a:pP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disable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gradient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calcu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lation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6509" algn="l" rtl="0" eaLnBrk="0">
              <a:lnSpc>
                <a:spcPct val="93000"/>
              </a:lnSpc>
              <a:spcBef>
                <a:spcPts val="1564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forward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pass</a:t>
            </a:r>
            <a:r>
              <a:rPr sz="1400" kern="0" spc="15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(compute</a:t>
            </a:r>
            <a:r>
              <a:rPr sz="1400" kern="0" spc="6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out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put)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3970" algn="l" rtl="0" eaLnBrk="0">
              <a:lnSpc>
                <a:spcPct val="93000"/>
              </a:lnSpc>
              <a:spcBef>
                <a:spcPts val="1570"/>
              </a:spcBef>
              <a:tabLst/>
            </a:pP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compute</a:t>
            </a:r>
            <a:r>
              <a:rPr sz="1400" kern="0" spc="15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loss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5875" algn="l" rtl="0" eaLnBrk="0">
              <a:lnSpc>
                <a:spcPts val="1746"/>
              </a:lnSpc>
              <a:spcBef>
                <a:spcPts val="1577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accumulate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loss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3000"/>
              </a:lnSpc>
              <a:spcBef>
                <a:spcPts val="6"/>
              </a:spcBef>
              <a:tabLst/>
            </a:pP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compute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averaged</a:t>
            </a:r>
            <a:r>
              <a:rPr sz="1400" kern="0" spc="1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loss</a:t>
            </a:r>
            <a:endParaRPr sz="14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2090" name="textbox 2090"/>
          <p:cNvSpPr/>
          <p:nvPr/>
        </p:nvSpPr>
        <p:spPr>
          <a:xfrm>
            <a:off x="403241" y="614748"/>
            <a:ext cx="6264275" cy="424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135"/>
              </a:lnSpc>
              <a:tabLst/>
            </a:pPr>
            <a:r>
              <a:rPr sz="26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Neural Network Evalua</a:t>
            </a:r>
            <a:r>
              <a:rPr sz="26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tion (Validation Set)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2092" name="rect 2092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textbox 2094"/>
          <p:cNvSpPr/>
          <p:nvPr/>
        </p:nvSpPr>
        <p:spPr>
          <a:xfrm>
            <a:off x="620187" y="1286264"/>
            <a:ext cx="2863214" cy="2608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4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nodel.eval()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7779" algn="l" rtl="0" eaLnBrk="0">
              <a:lnSpc>
                <a:spcPts val="3132"/>
              </a:lnSpc>
              <a:tabLst/>
            </a:pPr>
            <a:r>
              <a:rPr sz="12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pΓeds</a:t>
            </a:r>
            <a:r>
              <a:rPr sz="1200" kern="0" spc="-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〓</a:t>
            </a:r>
            <a:r>
              <a:rPr sz="1200" kern="0" spc="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[]</a:t>
            </a:r>
            <a:endParaRPr sz="12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570"/>
              </a:lnSpc>
              <a:spcBef>
                <a:spcPts val="364"/>
              </a:spcBef>
              <a:tabLst/>
            </a:pPr>
            <a:r>
              <a:rPr sz="12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foΓ</a:t>
            </a:r>
            <a:r>
              <a:rPr sz="1200" kern="0" spc="1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200" kern="0" spc="17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i∩</a:t>
            </a:r>
            <a:r>
              <a:rPr sz="1200" kern="0" spc="19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2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tt_set:</a:t>
            </a:r>
            <a:endParaRPr sz="1200" dirty="0">
              <a:latin typeface="MS Gothic"/>
              <a:ea typeface="MS Gothic"/>
              <a:cs typeface="MS Gothic"/>
            </a:endParaRPr>
          </a:p>
          <a:p>
            <a:pPr marL="365759" algn="l" rtl="0" eaLnBrk="0">
              <a:lnSpc>
                <a:spcPct val="96000"/>
              </a:lnSpc>
              <a:spcBef>
                <a:spcPts val="1559"/>
              </a:spcBef>
              <a:tabLst/>
            </a:pPr>
            <a:r>
              <a:rPr sz="14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</a:t>
            </a:r>
            <a:r>
              <a:rPr sz="1400" kern="0" spc="-26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〓</a:t>
            </a:r>
            <a:r>
              <a:rPr sz="1400" kern="0" spc="-2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x.to(device</a:t>
            </a:r>
            <a:r>
              <a:rPr sz="14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362584" algn="l" rtl="0" eaLnBrk="0">
              <a:lnSpc>
                <a:spcPct val="92000"/>
              </a:lnSpc>
              <a:spcBef>
                <a:spcPts val="1525"/>
              </a:spcBef>
              <a:tabLst/>
            </a:pPr>
            <a:r>
              <a:rPr sz="1200" b="1" kern="0" spc="-2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with</a:t>
            </a:r>
            <a:r>
              <a:rPr sz="1200" b="1" kern="0" spc="-2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kern="0" spc="-20" dirty="0">
                <a:solidFill>
                  <a:srgbClr val="FF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torch.no_grad():</a:t>
            </a:r>
            <a:endParaRPr sz="1200" dirty="0">
              <a:latin typeface="Courier New"/>
              <a:ea typeface="Courier New"/>
              <a:cs typeface="Courier New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28980" algn="l" rtl="0" eaLnBrk="0">
              <a:lnSpc>
                <a:spcPct val="99000"/>
              </a:lnSpc>
              <a:spcBef>
                <a:spcPts val="401"/>
              </a:spcBef>
              <a:tabLst/>
            </a:pPr>
            <a:r>
              <a:rPr sz="13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pΓed</a:t>
            </a:r>
            <a:r>
              <a:rPr sz="1300" kern="0" spc="-1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〓</a:t>
            </a:r>
            <a:r>
              <a:rPr sz="1300" kern="0" spc="-1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nodel(x)</a:t>
            </a:r>
            <a:endParaRPr sz="13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13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pΓeds.appe</a:t>
            </a:r>
            <a:r>
              <a:rPr sz="13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∩d(pΓed.cpu())</a:t>
            </a:r>
            <a:endParaRPr sz="13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2096" name="textbox 2096"/>
          <p:cNvSpPr/>
          <p:nvPr/>
        </p:nvSpPr>
        <p:spPr>
          <a:xfrm>
            <a:off x="4862574" y="1286264"/>
            <a:ext cx="2685414" cy="2608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ts val="1746"/>
              </a:lnSpc>
              <a:tabLst/>
            </a:pP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set</a:t>
            </a: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nodel</a:t>
            </a:r>
            <a:r>
              <a:rPr sz="1400" kern="0" spc="9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</a:t>
            </a:r>
            <a:r>
              <a:rPr sz="1400" kern="0" spc="5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evaluatio∩</a:t>
            </a:r>
            <a:r>
              <a:rPr sz="1400" kern="0" spc="6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node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193000"/>
              </a:lnSpc>
              <a:spcBef>
                <a:spcPts val="396"/>
              </a:spcBef>
              <a:tabLst/>
            </a:pP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iteΓate</a:t>
            </a:r>
            <a:r>
              <a:rPr sz="1300" kern="0" spc="16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thΓou9h</a:t>
            </a:r>
            <a:r>
              <a:rPr sz="1300" kern="0" spc="1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the</a:t>
            </a: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3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dataloadeΓ</a:t>
            </a:r>
            <a:r>
              <a:rPr sz="13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nove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data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</a:t>
            </a:r>
            <a:r>
              <a:rPr sz="1400" kern="0" spc="6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device</a:t>
            </a:r>
            <a:r>
              <a:rPr sz="1400" kern="0" spc="15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(cpu/cuda</a:t>
            </a:r>
            <a:r>
              <a:rPr sz="14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)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disable</a:t>
            </a:r>
            <a:r>
              <a:rPr sz="13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9Γadie∩t</a:t>
            </a:r>
            <a:r>
              <a:rPr sz="1300" kern="0" spc="19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calculatio∩</a:t>
            </a:r>
            <a:endParaRPr sz="1300" dirty="0">
              <a:latin typeface="MS Gothic"/>
              <a:ea typeface="MS Gothic"/>
              <a:cs typeface="MS Gothic"/>
            </a:endParaRPr>
          </a:p>
          <a:p>
            <a:pPr marL="13970" indent="1905" algn="l" rtl="0" eaLnBrk="0">
              <a:lnSpc>
                <a:spcPct val="190000"/>
              </a:lnSpc>
              <a:spcBef>
                <a:spcPts val="159"/>
              </a:spcBef>
              <a:tabLst/>
            </a:pPr>
            <a:r>
              <a:rPr sz="13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foΓwaΓd</a:t>
            </a:r>
            <a:r>
              <a:rPr sz="13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pass</a:t>
            </a:r>
            <a:r>
              <a:rPr sz="1300" kern="0" spc="2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(conpute</a:t>
            </a:r>
            <a:r>
              <a:rPr sz="1300" kern="0" spc="10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1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output)</a:t>
            </a:r>
            <a:r>
              <a:rPr sz="1300" kern="0" spc="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 </a:t>
            </a:r>
            <a:r>
              <a:rPr sz="13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collect</a:t>
            </a:r>
            <a:r>
              <a:rPr sz="1300" kern="0" spc="20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300" kern="0" spc="-20" dirty="0">
                <a:solidFill>
                  <a:srgbClr val="FF000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pΓedictio∩</a:t>
            </a:r>
            <a:endParaRPr sz="13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2098" name="textbox 2098"/>
          <p:cNvSpPr/>
          <p:nvPr/>
        </p:nvSpPr>
        <p:spPr>
          <a:xfrm>
            <a:off x="403241" y="614748"/>
            <a:ext cx="5833109" cy="424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135"/>
              </a:lnSpc>
              <a:tabLst/>
            </a:pPr>
            <a:r>
              <a:rPr sz="2600" b="1" kern="0" spc="-9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Neural Netwo</a:t>
            </a:r>
            <a:r>
              <a:rPr sz="2600" b="1" kern="0" spc="-10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rk Evaluation (Testing Set)</a:t>
            </a:r>
            <a:endParaRPr sz="2600" dirty="0">
              <a:latin typeface="Arial"/>
              <a:ea typeface="Arial"/>
              <a:cs typeface="Arial"/>
            </a:endParaRPr>
          </a:p>
        </p:txBody>
      </p:sp>
      <p:sp>
        <p:nvSpPr>
          <p:cNvPr id="2100" name="rect 2100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textbox 2102"/>
          <p:cNvSpPr/>
          <p:nvPr/>
        </p:nvSpPr>
        <p:spPr>
          <a:xfrm>
            <a:off x="392543" y="614748"/>
            <a:ext cx="6478270" cy="2905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390"/>
              </a:lnSpc>
              <a:tabLst/>
            </a:pPr>
            <a:r>
              <a:rPr sz="2600" b="1" kern="0" spc="-7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Save/Load a Neu</a:t>
            </a:r>
            <a:r>
              <a:rPr sz="2600" b="1" kern="0" spc="-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ral Network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4935" algn="l" rtl="0" eaLnBrk="0">
              <a:lnSpc>
                <a:spcPts val="2392"/>
              </a:lnSpc>
              <a:spcBef>
                <a:spcPts val="542"/>
              </a:spcBef>
              <a:tabLst/>
            </a:pPr>
            <a:r>
              <a:rPr sz="1800" kern="0" spc="-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 Save</a:t>
            </a:r>
            <a:endParaRPr sz="1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1598"/>
              </a:spcBef>
              <a:tabLst/>
            </a:pP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</a:t>
            </a:r>
            <a:r>
              <a:rPr sz="1800" b="1" kern="0" spc="-2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save</a:t>
            </a:r>
            <a:r>
              <a:rPr sz="1800" kern="0" spc="-2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(model.state_dic</a:t>
            </a:r>
            <a:r>
              <a:rPr sz="18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t(),</a:t>
            </a:r>
            <a:r>
              <a:rPr sz="18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3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path)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marL="114935" algn="l" rtl="0" eaLnBrk="0">
              <a:lnSpc>
                <a:spcPts val="2392"/>
              </a:lnSpc>
              <a:spcBef>
                <a:spcPts val="1369"/>
              </a:spcBef>
              <a:tabLst/>
            </a:pPr>
            <a:r>
              <a:rPr sz="1800" kern="0" spc="-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 Load</a:t>
            </a:r>
            <a:endParaRPr sz="1800" dirty="0">
              <a:latin typeface="Arial"/>
              <a:ea typeface="Arial"/>
              <a:cs typeface="Arial"/>
            </a:endParaRPr>
          </a:p>
          <a:p>
            <a:pPr marL="3104514" algn="l" rtl="0" eaLnBrk="0">
              <a:lnSpc>
                <a:spcPct val="93000"/>
              </a:lnSpc>
              <a:spcBef>
                <a:spcPts val="1598"/>
              </a:spcBef>
              <a:tabLst/>
            </a:pP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ckpt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kern="0" spc="-4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torch.</a:t>
            </a:r>
            <a:r>
              <a:rPr sz="1800" b="1" kern="0" spc="-40" dirty="0">
                <a:solidFill>
                  <a:srgbClr val="695D4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load</a:t>
            </a:r>
            <a:r>
              <a:rPr sz="1800" kern="0" spc="-5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(path)</a:t>
            </a:r>
            <a:endParaRPr sz="1800" dirty="0">
              <a:latin typeface="MS Gothic"/>
              <a:ea typeface="MS Gothic"/>
              <a:cs typeface="MS Gothic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2874010" algn="l" rtl="0" eaLnBrk="0">
              <a:lnSpc>
                <a:spcPct val="93000"/>
              </a:lnSpc>
              <a:spcBef>
                <a:spcPts val="6"/>
              </a:spcBef>
              <a:tabLst/>
            </a:pP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model.load_state_d</a:t>
            </a:r>
            <a:r>
              <a:rPr sz="1800" kern="0" spc="-10" dirty="0">
                <a:solidFill>
                  <a:srgbClr val="695D46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ict(ckpt)</a:t>
            </a:r>
            <a:endParaRPr sz="18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2104" name="rect 2104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textbox 2106"/>
          <p:cNvSpPr/>
          <p:nvPr/>
        </p:nvSpPr>
        <p:spPr>
          <a:xfrm>
            <a:off x="403241" y="616393"/>
            <a:ext cx="3925570" cy="3250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2600" b="1" kern="0" spc="-1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About PyTorc</a:t>
            </a: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4139" algn="l" rtl="0" eaLnBrk="0">
              <a:lnSpc>
                <a:spcPts val="2467"/>
              </a:lnSpc>
              <a:spcBef>
                <a:spcPts val="542"/>
              </a:spcBef>
              <a:tabLst/>
            </a:pP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torchaudio</a:t>
            </a:r>
            <a:endParaRPr sz="1800" dirty="0">
              <a:latin typeface="Arial"/>
              <a:ea typeface="Arial"/>
              <a:cs typeface="Arial"/>
            </a:endParaRPr>
          </a:p>
          <a:p>
            <a:pPr marL="561340" algn="l" rtl="0" eaLnBrk="0">
              <a:lnSpc>
                <a:spcPts val="2467"/>
              </a:lnSpc>
              <a:spcBef>
                <a:spcPts val="16"/>
              </a:spcBef>
              <a:tabLst/>
            </a:pP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speech/audio processi</a:t>
            </a:r>
            <a:r>
              <a:rPr sz="1800" kern="0" spc="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ng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04139" algn="l" rtl="0" eaLnBrk="0">
              <a:lnSpc>
                <a:spcPts val="2467"/>
              </a:lnSpc>
              <a:spcBef>
                <a:spcPts val="16"/>
              </a:spcBef>
              <a:tabLst/>
            </a:pP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torchtext</a:t>
            </a:r>
            <a:endParaRPr sz="1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467"/>
              </a:lnSpc>
              <a:spcBef>
                <a:spcPts val="16"/>
              </a:spcBef>
              <a:tabLst/>
            </a:pPr>
            <a:r>
              <a:rPr sz="1800" kern="0" spc="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</a:t>
            </a:r>
            <a:r>
              <a:rPr sz="1800" kern="0" spc="1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natural language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processing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04139" algn="l" rtl="0" eaLnBrk="0">
              <a:lnSpc>
                <a:spcPts val="2467"/>
              </a:lnSpc>
              <a:spcBef>
                <a:spcPts val="16"/>
              </a:spcBef>
              <a:tabLst/>
            </a:pP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torchvisio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800" dirty="0">
              <a:latin typeface="Arial"/>
              <a:ea typeface="Arial"/>
              <a:cs typeface="Arial"/>
            </a:endParaRPr>
          </a:p>
          <a:p>
            <a:pPr marL="561340" algn="l" rtl="0" eaLnBrk="0">
              <a:lnSpc>
                <a:spcPts val="2467"/>
              </a:lnSpc>
              <a:spcBef>
                <a:spcPts val="16"/>
              </a:spcBef>
              <a:tabLst/>
            </a:pP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computer vision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04139" algn="l" rtl="0" eaLnBrk="0">
              <a:lnSpc>
                <a:spcPts val="2467"/>
              </a:lnSpc>
              <a:spcBef>
                <a:spcPts val="16"/>
              </a:spcBef>
              <a:tabLst/>
            </a:pPr>
            <a:r>
              <a:rPr sz="1800" kern="0" spc="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skorch</a:t>
            </a:r>
            <a:endParaRPr sz="1800" dirty="0">
              <a:latin typeface="Arial"/>
              <a:ea typeface="Arial"/>
              <a:cs typeface="Arial"/>
            </a:endParaRPr>
          </a:p>
          <a:p>
            <a:pPr marL="561340" algn="l" rtl="0" eaLnBrk="0">
              <a:lnSpc>
                <a:spcPts val="2467"/>
              </a:lnSpc>
              <a:spcBef>
                <a:spcPts val="16"/>
              </a:spcBef>
              <a:tabLst/>
            </a:pP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scikit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+</a:t>
            </a:r>
            <a:r>
              <a:rPr sz="1800" kern="0" spc="1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pyTorch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2108" name="rect 2108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textbox 2110"/>
          <p:cNvSpPr/>
          <p:nvPr/>
        </p:nvSpPr>
        <p:spPr>
          <a:xfrm>
            <a:off x="403241" y="616393"/>
            <a:ext cx="7591425" cy="267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2600" b="1" kern="0" spc="-18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About PyTorc</a:t>
            </a:r>
            <a:r>
              <a:rPr sz="2600" b="1" kern="0" spc="-12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4139" algn="l" rtl="0" eaLnBrk="0">
              <a:lnSpc>
                <a:spcPts val="2467"/>
              </a:lnSpc>
              <a:spcBef>
                <a:spcPts val="542"/>
              </a:spcBef>
              <a:tabLst/>
            </a:pP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Useful github repositories usi</a:t>
            </a:r>
            <a:r>
              <a:rPr sz="1800" kern="0" spc="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ng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PyTorch</a:t>
            </a:r>
            <a:endParaRPr sz="1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15000"/>
              </a:lnSpc>
              <a:spcBef>
                <a:spcPts val="16"/>
              </a:spcBef>
              <a:tabLst/>
            </a:pPr>
            <a:r>
              <a:rPr sz="18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   </a:t>
            </a:r>
            <a:r>
              <a:rPr sz="18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Huggingface</a:t>
            </a:r>
            <a:r>
              <a:rPr sz="1800" u="sng" kern="0" spc="6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8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Transformers</a:t>
            </a:r>
            <a:r>
              <a:rPr sz="1800" kern="0" spc="6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transformer</a:t>
            </a:r>
            <a:r>
              <a:rPr sz="18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models</a:t>
            </a:r>
            <a:r>
              <a:rPr sz="18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BERT</a:t>
            </a:r>
            <a:r>
              <a:rPr sz="18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GPT</a:t>
            </a:r>
            <a:r>
              <a:rPr sz="18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...)</a:t>
            </a:r>
            <a:endParaRPr sz="1800" dirty="0">
              <a:latin typeface="Arial"/>
              <a:ea typeface="Arial"/>
              <a:cs typeface="Arial"/>
            </a:endParaRPr>
          </a:p>
          <a:p>
            <a:pPr marL="561340" algn="l" rtl="0" eaLnBrk="0">
              <a:lnSpc>
                <a:spcPct val="115000"/>
              </a:lnSpc>
              <a:tabLst/>
            </a:pP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   </a:t>
            </a:r>
            <a:r>
              <a:rPr sz="18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Fairseq</a:t>
            </a:r>
            <a:r>
              <a:rPr sz="1800" kern="0" spc="8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sequence</a:t>
            </a:r>
            <a:r>
              <a:rPr sz="1800" kern="0" spc="1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modeling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8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NLP</a:t>
            </a:r>
            <a:r>
              <a:rPr sz="18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8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speech</a:t>
            </a:r>
            <a:r>
              <a:rPr sz="1800" kern="0" spc="8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1800" dirty="0">
              <a:latin typeface="Arial"/>
              <a:ea typeface="Arial"/>
              <a:cs typeface="Arial"/>
            </a:endParaRPr>
          </a:p>
          <a:p>
            <a:pPr marL="561340" algn="l" rtl="0" eaLnBrk="0">
              <a:lnSpc>
                <a:spcPct val="115000"/>
              </a:lnSpc>
              <a:tabLst/>
            </a:pP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   </a:t>
            </a:r>
            <a:r>
              <a:rPr sz="18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ESPnet</a:t>
            </a:r>
            <a:r>
              <a:rPr sz="1800" kern="0" spc="7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speech</a:t>
            </a:r>
            <a:r>
              <a:rPr sz="1800" kern="0" spc="12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recognition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translation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synthesis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800" kern="0" spc="10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7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...)</a:t>
            </a:r>
            <a:endParaRPr sz="1800" dirty="0">
              <a:latin typeface="Arial"/>
              <a:ea typeface="Arial"/>
              <a:cs typeface="Arial"/>
            </a:endParaRPr>
          </a:p>
          <a:p>
            <a:pPr marL="561340" algn="l" rtl="0" eaLnBrk="0">
              <a:lnSpc>
                <a:spcPct val="127000"/>
              </a:lnSpc>
              <a:spcBef>
                <a:spcPts val="26"/>
              </a:spcBef>
              <a:tabLst/>
            </a:pP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</a:t>
            </a:r>
            <a:r>
              <a:rPr sz="1800" kern="0" spc="1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8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Many implementation of pape</a:t>
            </a:r>
            <a:r>
              <a:rPr sz="1800" kern="0" spc="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rs</a:t>
            </a:r>
            <a:r>
              <a:rPr sz="1800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</a:t>
            </a:r>
            <a:r>
              <a:rPr sz="1700" kern="0" spc="-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○</a:t>
            </a:r>
            <a:r>
              <a:rPr sz="1700" kern="0" spc="1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700" kern="0" spc="-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2112" name="rect 2112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textbox 2114"/>
          <p:cNvSpPr/>
          <p:nvPr/>
        </p:nvSpPr>
        <p:spPr>
          <a:xfrm>
            <a:off x="403241" y="616393"/>
            <a:ext cx="7557134" cy="2221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600" b="1" kern="0" spc="-110" dirty="0">
                <a:solidFill>
                  <a:srgbClr val="EF6C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Reference</a:t>
            </a:r>
            <a:endParaRPr sz="2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0810" algn="l" rtl="0" eaLnBrk="0">
              <a:lnSpc>
                <a:spcPct val="115000"/>
              </a:lnSpc>
              <a:spcBef>
                <a:spcPts val="431"/>
              </a:spcBef>
              <a:tabLst/>
            </a:pPr>
            <a:r>
              <a:rPr sz="1400" kern="0" spc="5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 </a:t>
            </a:r>
            <a:r>
              <a:rPr sz="1400" u="sng" kern="0" spc="5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https://pytorch.org/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30810" algn="l" rtl="0" eaLnBrk="0">
              <a:lnSpc>
                <a:spcPct val="115000"/>
              </a:lnSpc>
              <a:tabLst/>
            </a:pPr>
            <a:r>
              <a:rPr sz="14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 </a:t>
            </a:r>
            <a:r>
              <a:rPr sz="1400" u="sng" kern="0" spc="6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https://github.com/pyto</a:t>
            </a:r>
            <a:r>
              <a:rPr sz="1400" u="sng" kern="0" spc="5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rch/pytorch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30810" algn="l" rtl="0" eaLnBrk="0">
              <a:lnSpc>
                <a:spcPct val="115000"/>
              </a:lnSpc>
              <a:tabLst/>
            </a:pPr>
            <a:r>
              <a:rPr sz="14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 </a:t>
            </a:r>
            <a:r>
              <a:rPr sz="1400" u="sng" kern="0" spc="6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https://github.</a:t>
            </a:r>
            <a:r>
              <a:rPr sz="1400" u="sng" kern="0" spc="5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com/wkentaro/pytorch-for-numpy-users</a:t>
            </a:r>
            <a:endParaRPr sz="1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15000"/>
              </a:lnSpc>
              <a:tabLst/>
            </a:pPr>
            <a:r>
              <a:rPr sz="1400" kern="0" spc="14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 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https</a:t>
            </a:r>
            <a:r>
              <a:rPr sz="1400" u="sng" kern="0" spc="1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://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blog</a:t>
            </a:r>
            <a:r>
              <a:rPr sz="1400" u="sng" kern="0" spc="1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udacity</a:t>
            </a:r>
            <a:r>
              <a:rPr sz="1400" u="sng" kern="0" spc="1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com</a:t>
            </a:r>
            <a:r>
              <a:rPr sz="1400" u="sng" kern="0" spc="1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/2020/05/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pytorch</a:t>
            </a:r>
            <a:r>
              <a:rPr sz="1400" u="sng" kern="0" spc="1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vs</a:t>
            </a:r>
            <a:r>
              <a:rPr sz="1400" u="sng" kern="0" spc="1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tensor</a:t>
            </a:r>
            <a:r>
              <a:rPr sz="1400" u="sng" kern="0" spc="1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ﬂ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ow</a:t>
            </a:r>
            <a:r>
              <a:rPr sz="1400" u="sng" kern="0" spc="1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what</a:t>
            </a:r>
            <a:r>
              <a:rPr sz="1400" u="sng" kern="0" spc="1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you</a:t>
            </a:r>
            <a:r>
              <a:rPr sz="1400" u="sng" kern="0" spc="1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need</a:t>
            </a:r>
            <a:r>
              <a:rPr sz="1400" u="sng" kern="0" spc="1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to</a:t>
            </a:r>
            <a:r>
              <a:rPr sz="1400" u="sng" kern="0" spc="14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-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know</a:t>
            </a:r>
            <a:r>
              <a:rPr sz="1400" u="sng" kern="0" spc="13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.</a:t>
            </a:r>
            <a:r>
              <a:rPr sz="1400" u="sng" kern="0" spc="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html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30810" algn="l" rtl="0" eaLnBrk="0">
              <a:lnSpc>
                <a:spcPct val="115000"/>
              </a:lnSpc>
              <a:tabLst/>
            </a:pPr>
            <a:r>
              <a:rPr sz="14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 </a:t>
            </a:r>
            <a:r>
              <a:rPr sz="1400" u="sng" kern="0" spc="6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https://www.t</a:t>
            </a:r>
            <a:r>
              <a:rPr sz="1400" u="sng" kern="0" spc="5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6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ensorﬂow.org/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30810" algn="l" rtl="0" eaLnBrk="0">
              <a:lnSpc>
                <a:spcPct val="116000"/>
              </a:lnSpc>
              <a:spcBef>
                <a:spcPts val="12"/>
              </a:spcBef>
              <a:tabLst/>
            </a:pPr>
            <a:r>
              <a:rPr sz="1400" kern="0" spc="6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●    </a:t>
            </a:r>
            <a:r>
              <a:rPr sz="1400" u="sng" kern="0" spc="6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7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https://nu</a:t>
            </a:r>
            <a:r>
              <a:rPr sz="1400" u="sng" kern="0" spc="50" dirty="0">
                <a:solidFill>
                  <a:srgbClr val="009668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7" tooltip="">
                  <a:extLst>
                    <a:ext uri="{DAF060AB-1E55-43B9-8AAB-6FB025537F2F}">
                      <wpsdc:hlinkClr xmlns:wpsdc="http://www.wps.cn/officeDocument/2017/drawingmlCustomData" val="009668"/>
                      <wpsdc:folHlinkClr xmlns:wpsdc="http://www.wps.cn/officeDocument/2017/drawingmlCustomData" val="009668"/>
                      <wpsdc:hlinkUnderline xmlns:wpsdc="http://www.wps.cn/officeDocument/2017/drawingmlCustomData" val="0"/>
                    </a:ext>
                  </a:extLst>
                </a:hlinkClick>
              </a:rPr>
              <a:t>mpy.org/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116" name="rect 2116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textbox 2118"/>
          <p:cNvSpPr/>
          <p:nvPr/>
        </p:nvSpPr>
        <p:spPr>
          <a:xfrm>
            <a:off x="3409677" y="2343251"/>
            <a:ext cx="2323464" cy="440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263"/>
              </a:lnSpc>
              <a:tabLst/>
            </a:pPr>
            <a:r>
              <a:rPr sz="2400" b="1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r>
              <a:rPr sz="2400" b="1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questions</a:t>
            </a:r>
            <a:r>
              <a:rPr sz="2400" b="1" kern="0" spc="30" dirty="0">
                <a:solidFill>
                  <a:srgbClr val="695D46">
                    <a:alpha val="100000"/>
                  </a:srgbClr>
                </a:solidFill>
                <a:latin typeface="Arial"/>
                <a:ea typeface="Arial"/>
                <a:cs typeface="Arial"/>
              </a:rPr>
              <a:t>?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2120" name="rect 2120"/>
          <p:cNvSpPr/>
          <p:nvPr/>
        </p:nvSpPr>
        <p:spPr>
          <a:xfrm>
            <a:off x="0" y="5045700"/>
            <a:ext cx="9143924" cy="97800"/>
          </a:xfrm>
          <a:prstGeom prst="rect">
            <a:avLst/>
          </a:prstGeom>
          <a:solidFill>
            <a:srgbClr val="4DB6A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Google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2023-06-06T17:03:07Z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2024-10-22T14:51:55</vt:filetime>
  </property>
</Properties>
</file>